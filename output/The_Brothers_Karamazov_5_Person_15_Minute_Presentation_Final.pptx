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d7202cb62f34f3e" /><Relationship Type="http://schemas.openxmlformats.org/officeDocument/2006/relationships/extended-properties" Target="/docProps/app.xml" Id="Re3625d7a8ac64fbe" /><Relationship Type="http://schemas.openxmlformats.org/officeDocument/2006/relationships/officeDocument" Target="/ppt/presentation.xml" Id="Rc4794c8f298241c5" /></Relationships>
</file>

<file path=ppt/presentation.xml><?xml version="1.0" encoding="utf-8"?>
<p:presentation xmlns:p="http://schemas.openxmlformats.org/presentationml/2006/main">
  <p:sldMasterIdLst>
    <p:sldMasterId xmlns:r="http://schemas.openxmlformats.org/officeDocument/2006/relationships" id="2147483648" r:id="R6121941b1bf341b6"/>
  </p:sldMasterIdLst>
  <p:notesMasterIdLst>
    <p:notesMasterId xmlns:r="http://schemas.openxmlformats.org/officeDocument/2006/relationships" r:id="Re39ca99eeb1d43e0"/>
  </p:notesMasterIdLst>
  <p:sldIdLst>
    <p:sldId xmlns:r="http://schemas.openxmlformats.org/officeDocument/2006/relationships" id="256" r:id="R061b3184c0844c77"/>
    <p:sldId xmlns:r="http://schemas.openxmlformats.org/officeDocument/2006/relationships" id="257" r:id="R08f575c849b74c01"/>
    <p:sldId xmlns:r="http://schemas.openxmlformats.org/officeDocument/2006/relationships" id="258" r:id="Rd935f42d54204f7d"/>
    <p:sldId xmlns:r="http://schemas.openxmlformats.org/officeDocument/2006/relationships" id="259" r:id="R182b1b030f6a45cf"/>
    <p:sldId xmlns:r="http://schemas.openxmlformats.org/officeDocument/2006/relationships" id="260" r:id="Rbe371627a62f44e6"/>
    <p:sldId xmlns:r="http://schemas.openxmlformats.org/officeDocument/2006/relationships" id="261" r:id="Raee2da1a2f8444be"/>
    <p:sldId xmlns:r="http://schemas.openxmlformats.org/officeDocument/2006/relationships" id="262" r:id="R4c4159ae469542c4"/>
    <p:sldId xmlns:r="http://schemas.openxmlformats.org/officeDocument/2006/relationships" id="263" r:id="R030525306a614d04"/>
    <p:sldId xmlns:r="http://schemas.openxmlformats.org/officeDocument/2006/relationships" id="264" r:id="R7eda3e9853d44ea1"/>
    <p:sldId xmlns:r="http://schemas.openxmlformats.org/officeDocument/2006/relationships" id="265" r:id="R84669b8854824250"/>
    <p:sldId xmlns:r="http://schemas.openxmlformats.org/officeDocument/2006/relationships" id="266" r:id="R4e80c857d0694afb"/>
    <p:sldId xmlns:r="http://schemas.openxmlformats.org/officeDocument/2006/relationships" id="267" r:id="R2a9becd668b14340"/>
    <p:sldId xmlns:r="http://schemas.openxmlformats.org/officeDocument/2006/relationships" id="268" r:id="R48969b24899f45a4"/>
    <p:sldId xmlns:r="http://schemas.openxmlformats.org/officeDocument/2006/relationships" id="269" r:id="R21ded0b5d0d74a33"/>
    <p:sldId xmlns:r="http://schemas.openxmlformats.org/officeDocument/2006/relationships" id="270" r:id="Rf5fcb2f4d8ef4cbe"/>
    <p:sldId xmlns:r="http://schemas.openxmlformats.org/officeDocument/2006/relationships" id="271" r:id="R698b0ca2db764b3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53a2fb2dad3427b" /><Relationship Type="http://schemas.openxmlformats.org/officeDocument/2006/relationships/slideMaster" Target="/ppt/slideMasters/slideMaster1.xml" Id="R6121941b1bf341b6" /><Relationship Type="http://schemas.openxmlformats.org/officeDocument/2006/relationships/notesMaster" Target="/ppt/notesMasters/notesMaster1.xml" Id="Re39ca99eeb1d43e0" /><Relationship Type="http://schemas.openxmlformats.org/officeDocument/2006/relationships/presProps" Target="/ppt/presProps.xml" Id="Rdc1d815489354933" /><Relationship Type="http://schemas.openxmlformats.org/officeDocument/2006/relationships/tableStyles" Target="/ppt/tableStyles.xml" Id="Rf5251c2ac4c143f6" /><Relationship Type="http://schemas.openxmlformats.org/officeDocument/2006/relationships/slide" Target="/ppt/slides/slide1.xml" Id="R061b3184c0844c77" /><Relationship Type="http://schemas.openxmlformats.org/officeDocument/2006/relationships/slide" Target="/ppt/slides/slide2.xml" Id="R08f575c849b74c01" /><Relationship Type="http://schemas.openxmlformats.org/officeDocument/2006/relationships/slide" Target="/ppt/slides/slide3.xml" Id="Rd935f42d54204f7d" /><Relationship Type="http://schemas.openxmlformats.org/officeDocument/2006/relationships/slide" Target="/ppt/slides/slide4.xml" Id="R182b1b030f6a45cf" /><Relationship Type="http://schemas.openxmlformats.org/officeDocument/2006/relationships/slide" Target="/ppt/slides/slide5.xml" Id="Rbe371627a62f44e6" /><Relationship Type="http://schemas.openxmlformats.org/officeDocument/2006/relationships/slide" Target="/ppt/slides/slide6.xml" Id="Raee2da1a2f8444be" /><Relationship Type="http://schemas.openxmlformats.org/officeDocument/2006/relationships/slide" Target="/ppt/slides/slide7.xml" Id="R4c4159ae469542c4" /><Relationship Type="http://schemas.openxmlformats.org/officeDocument/2006/relationships/slide" Target="/ppt/slides/slide8.xml" Id="R030525306a614d04" /><Relationship Type="http://schemas.openxmlformats.org/officeDocument/2006/relationships/slide" Target="/ppt/slides/slide9.xml" Id="R7eda3e9853d44ea1" /><Relationship Type="http://schemas.openxmlformats.org/officeDocument/2006/relationships/slide" Target="/ppt/slides/slide10.xml" Id="R84669b8854824250" /><Relationship Type="http://schemas.openxmlformats.org/officeDocument/2006/relationships/slide" Target="/ppt/slides/slide11.xml" Id="R4e80c857d0694afb" /><Relationship Type="http://schemas.openxmlformats.org/officeDocument/2006/relationships/slide" Target="/ppt/slides/slide12.xml" Id="R2a9becd668b14340" /><Relationship Type="http://schemas.openxmlformats.org/officeDocument/2006/relationships/slide" Target="/ppt/slides/slide13.xml" Id="R48969b24899f45a4" /><Relationship Type="http://schemas.openxmlformats.org/officeDocument/2006/relationships/slide" Target="/ppt/slides/slide14.xml" Id="R21ded0b5d0d74a33" /><Relationship Type="http://schemas.openxmlformats.org/officeDocument/2006/relationships/slide" Target="/ppt/slides/slide15.xml" Id="Rf5fcb2f4d8ef4cbe" /><Relationship Type="http://schemas.openxmlformats.org/officeDocument/2006/relationships/slide" Target="/ppt/slides/slide16.xml" Id="R698b0ca2db764b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b249b1fe7754a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18df50cb29497e" /><Relationship Type="http://schemas.openxmlformats.org/officeDocument/2006/relationships/notesMaster" Target="/ppt/notesMasters/notesMaster1.xml" Id="R5d47e0f4adb74654" /></Relationships>
</file>

<file path=ppt/notesSlides/_rels/notesSlide2.xml.rels>&#65279;<?xml version="1.0" encoding="utf-8"?><Relationships xmlns="http://schemas.openxmlformats.org/package/2006/relationships"><Relationship Type="http://schemas.openxmlformats.org/officeDocument/2006/relationships/slide" Target="/ppt/slides/slide2.xml" Id="Rc02f5a8241ba4151" /><Relationship Type="http://schemas.openxmlformats.org/officeDocument/2006/relationships/notesMaster" Target="/ppt/notesMasters/notesMaster1.xml" Id="Rfcc9f4fbf7f347f0" /></Relationships>
</file>

<file path=ppt/notesSlides/_rels/notesSlide3.xml.rels>&#65279;<?xml version="1.0" encoding="utf-8"?><Relationships xmlns="http://schemas.openxmlformats.org/package/2006/relationships"><Relationship Type="http://schemas.openxmlformats.org/officeDocument/2006/relationships/slide" Target="/ppt/slides/slide3.xml" Id="Refe2c9acf03b411f" /><Relationship Type="http://schemas.openxmlformats.org/officeDocument/2006/relationships/notesMaster" Target="/ppt/notesMasters/notesMaster1.xml" Id="R75828544a06a4c93" /></Relationships>
</file>

<file path=ppt/notesSlides/_rels/notesSlide4.xml.rels>&#65279;<?xml version="1.0" encoding="utf-8"?><Relationships xmlns="http://schemas.openxmlformats.org/package/2006/relationships"><Relationship Type="http://schemas.openxmlformats.org/officeDocument/2006/relationships/slide" Target="/ppt/slides/slide4.xml" Id="R62c1cfff79eb461c" /><Relationship Type="http://schemas.openxmlformats.org/officeDocument/2006/relationships/notesMaster" Target="/ppt/notesMasters/notesMaster1.xml" Id="R31a86f430db345ba" /></Relationships>
</file>

<file path=ppt/notesSlides/_rels/notesSlide5.xml.rels>&#65279;<?xml version="1.0" encoding="utf-8"?><Relationships xmlns="http://schemas.openxmlformats.org/package/2006/relationships"><Relationship Type="http://schemas.openxmlformats.org/officeDocument/2006/relationships/slide" Target="/ppt/slides/slide5.xml" Id="R3ea2fb26aab9403b" /><Relationship Type="http://schemas.openxmlformats.org/officeDocument/2006/relationships/notesMaster" Target="/ppt/notesMasters/notesMaster1.xml" Id="R8f20b5a3faf74235" /></Relationships>
</file>

<file path=ppt/notesSlides/_rels/notesSlide6.xml.rels>&#65279;<?xml version="1.0" encoding="utf-8"?><Relationships xmlns="http://schemas.openxmlformats.org/package/2006/relationships"><Relationship Type="http://schemas.openxmlformats.org/officeDocument/2006/relationships/slide" Target="/ppt/slides/slide6.xml" Id="Rad33a52d7b0e4e98" /><Relationship Type="http://schemas.openxmlformats.org/officeDocument/2006/relationships/notesMaster" Target="/ppt/notesMasters/notesMaster1.xml" Id="R9fbe985ba7c44fbb" /></Relationships>
</file>

<file path=ppt/notesSlides/_rels/notesSlide7.xml.rels>&#65279;<?xml version="1.0" encoding="utf-8"?><Relationships xmlns="http://schemas.openxmlformats.org/package/2006/relationships"><Relationship Type="http://schemas.openxmlformats.org/officeDocument/2006/relationships/slide" Target="/ppt/slides/slide7.xml" Id="R49667c6a1db049e0" /><Relationship Type="http://schemas.openxmlformats.org/officeDocument/2006/relationships/notesMaster" Target="/ppt/notesMasters/notesMaster1.xml" Id="R5e94252eadb84a8c" /></Relationships>
</file>

<file path=ppt/notesSlides/_rels/notesSlide8.xml.rels>&#65279;<?xml version="1.0" encoding="utf-8"?><Relationships xmlns="http://schemas.openxmlformats.org/package/2006/relationships"><Relationship Type="http://schemas.openxmlformats.org/officeDocument/2006/relationships/slide" Target="/ppt/slides/slide8.xml" Id="R89b09c8b396b4c1e" /><Relationship Type="http://schemas.openxmlformats.org/officeDocument/2006/relationships/notesMaster" Target="/ppt/notesMasters/notesMaster1.xml" Id="R6d19ca5c201149b7" /></Relationships>
</file>

<file path=ppt/notesSlides/_rels/notesSlide9.xml.rels>&#65279;<?xml version="1.0" encoding="utf-8"?><Relationships xmlns="http://schemas.openxmlformats.org/package/2006/relationships"><Relationship Type="http://schemas.openxmlformats.org/officeDocument/2006/relationships/slide" Target="/ppt/slides/slide9.xml" Id="R9ff7a7ac9d874520" /><Relationship Type="http://schemas.openxmlformats.org/officeDocument/2006/relationships/notesMaster" Target="/ppt/notesMasters/notesMaster1.xml" Id="R576c85f393d349a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2a2e76da6414b4b" /><Relationship Type="http://schemas.openxmlformats.org/officeDocument/2006/relationships/notesMaster" Target="/ppt/notesMasters/notesMaster1.xml" Id="R8cb92b468d2a4bb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ad79150b2e74d38" /><Relationship Type="http://schemas.openxmlformats.org/officeDocument/2006/relationships/notesMaster" Target="/ppt/notesMasters/notesMaster1.xml" Id="R632d3d0c147c450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77ce2e7902c46c5" /><Relationship Type="http://schemas.openxmlformats.org/officeDocument/2006/relationships/notesMaster" Target="/ppt/notesMasters/notesMaster1.xml" Id="R4a9b6949998b449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42dbc8d338f4dde" /><Relationship Type="http://schemas.openxmlformats.org/officeDocument/2006/relationships/notesMaster" Target="/ppt/notesMasters/notesMaster1.xml" Id="R3c96101cfbfd4d1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4618237b8734f05" /><Relationship Type="http://schemas.openxmlformats.org/officeDocument/2006/relationships/notesMaster" Target="/ppt/notesMasters/notesMaster1.xml" Id="R3cb12cca6449419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14eff048eb44436" /><Relationship Type="http://schemas.openxmlformats.org/officeDocument/2006/relationships/notesMaster" Target="/ppt/notesMasters/notesMaster1.xml" Id="Re9da70cda83240c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c41b320371a44b5" /><Relationship Type="http://schemas.openxmlformats.org/officeDocument/2006/relationships/notesMaster" Target="/ppt/notesMasters/notesMaster1.xml" Id="Rfb0699cf217448c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1 | TARGET TIME: 0:20</a:t>
            </a:r>
          </a:p>
          <a:p xmlns:a="http://schemas.openxmlformats.org/drawingml/2006/main">
            <a:r>
              <a:t/>
            </a:r>
          </a:p>
          <a:p xmlns:a="http://schemas.openxmlformats.org/drawingml/2006/main">
            <a:r>
              <a:t>Good morning. We are presenting Fyodor Dostoevsky's The Brothers Karamazov. We will first tell the story in chronological order through four speakers. Our fifth speaker will then explain how the murder plot becomes a debate about faith, suffering, freedom, guilt, and responsibility.</a:t>
            </a:r>
          </a:p>
          <a:p xmlns:a="http://schemas.openxmlformats.org/drawingml/2006/main">
            <a:r>
              <a:t/>
            </a:r>
          </a:p>
          <a:p xmlns:a="http://schemas.openxmlformats.org/drawingml/2006/main">
            <a:r>
              <a:t>HANDOFF: I will begin with Dostoevsky and the book's publication.</a:t>
            </a:r>
          </a:p>
          <a:p xmlns:a="http://schemas.openxmlformats.org/drawingml/2006/main">
            <a:r>
              <a:t/>
            </a:r>
          </a:p>
          <a:p xmlns:a="http://schemas.openxmlformats.org/drawingml/2006/main">
            <a:r>
              <a:t>Sources:</a:t>
            </a:r>
          </a:p>
          <a:p xmlns:a="http://schemas.openxmlformats.org/drawingml/2006/main">
            <a:r>
              <a:t>- https://www.gutenberg.org/ebooks/28054</a:t>
            </a:r>
          </a:p>
          <a:p xmlns:a="http://schemas.openxmlformats.org/drawingml/2006/main">
            <a:r>
              <a:t>- https://www.bloomsbury.com/us/dostoevskys-the-brothers-karamazov-9781441108470/</a:t>
            </a:r>
          </a:p>
          <a:p xmlns:a="http://schemas.openxmlformats.org/drawingml/2006/main">
            <a:r>
              <a:t>- Visual: AI-generated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1 | TARGET TIME: 0:50</a:t>
            </a:r>
          </a:p>
          <a:p xmlns:a="http://schemas.openxmlformats.org/drawingml/2006/main">
            <a:r>
              <a:t/>
            </a:r>
          </a:p>
          <a:p xmlns:a="http://schemas.openxmlformats.org/drawingml/2006/main">
            <a:r>
              <a:t>The novel appeared in installments from 1879 to 1880 and became Dostoevsky's final completed novel. He died in 1881. His own life included arrest, a mock execution, years of imprisonment and exile in Siberia, epilepsy, and a difficult return to Christian faith. Those experiences help explain why the book treats belief, crime, punishment, and freedom as personal crises rather than distant ideas.</a:t>
            </a:r>
          </a:p>
          <a:p xmlns:a="http://schemas.openxmlformats.org/drawingml/2006/main">
            <a:r>
              <a:t/>
            </a:r>
          </a:p>
          <a:p xmlns:a="http://schemas.openxmlformats.org/drawingml/2006/main">
            <a:r>
              <a:t>HANDOFF: Now we need the family whose conflict drives the story.</a:t>
            </a:r>
          </a:p>
          <a:p xmlns:a="http://schemas.openxmlformats.org/drawingml/2006/main">
            <a:r>
              <a:t/>
            </a:r>
          </a:p>
          <a:p xmlns:a="http://schemas.openxmlformats.org/drawingml/2006/main">
            <a:r>
              <a:t>Sources:</a:t>
            </a:r>
          </a:p>
          <a:p xmlns:a="http://schemas.openxmlformats.org/drawingml/2006/main">
            <a:r>
              <a:t>- https://www.bloomsbury.com/us/dostoevskys-the-brothers-karamazov-9781441108470/</a:t>
            </a:r>
          </a:p>
          <a:p xmlns:a="http://schemas.openxmlformats.org/drawingml/2006/main">
            <a:r>
              <a:t>- https://www.gutenberg.org/ebooks/28054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1 | TARGET TIME: 0:45</a:t>
            </a:r>
          </a:p>
          <a:p xmlns:a="http://schemas.openxmlformats.org/drawingml/2006/main">
            <a:r>
              <a:t/>
            </a:r>
          </a:p>
          <a:p xmlns:a="http://schemas.openxmlformats.org/drawingml/2006/main">
            <a:r>
              <a:t>Fyodor Pavlovich Karamazov is a wealthy but vulgar and neglectful father. His eldest son Dmitri acts through emotion and appetite. Ivan is the intellectual skeptic. Alyosha is a novice at the local monastery. A fourth figure, Smerdyakov, works as Fyodor's servant and is widely believed to be his illegitimate son. These are full characters, but the three brothers also represent competing ways of living.</a:t>
            </a:r>
          </a:p>
          <a:p xmlns:a="http://schemas.openxmlformats.org/drawingml/2006/main">
            <a:r>
              <a:t/>
            </a:r>
          </a:p>
          <a:p xmlns:a="http://schemas.openxmlformats.org/drawingml/2006/main">
            <a:r>
              <a:t>HANDOFF: Their conflict becomes public when the family meets at the monastery.</a:t>
            </a:r>
          </a:p>
          <a:p xmlns:a="http://schemas.openxmlformats.org/drawingml/2006/main">
            <a:r>
              <a:t/>
            </a:r>
          </a:p>
          <a:p xmlns:a="http://schemas.openxmlformats.org/drawingml/2006/main">
            <a:r>
              <a:t>Sources:</a:t>
            </a:r>
          </a:p>
          <a:p xmlns:a="http://schemas.openxmlformats.org/drawingml/2006/main">
            <a:r>
              <a:t>- https://www.gutenberg.org/ebooks/28054</a:t>
            </a:r>
          </a:p>
          <a:p xmlns:a="http://schemas.openxmlformats.org/drawingml/2006/main">
            <a:r>
              <a:t>- Visual: AI-generated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1 | TARGET TIME: 0:55</a:t>
            </a:r>
          </a:p>
          <a:p xmlns:a="http://schemas.openxmlformats.org/drawingml/2006/main">
            <a:r>
              <a:t/>
            </a:r>
          </a:p>
          <a:p xmlns:a="http://schemas.openxmlformats.org/drawingml/2006/main">
            <a:r>
              <a:t>The family gathers at the monastery to settle Dmitri's financial dispute with his father. Instead, Fyodor turns the meeting into a spectacle and insults the monks. Dmitri arrives late and accuses his father of cheating him. Both men also desire Grushenka, which turns money into sexual rivalry. Elder Zosima unexpectedly bows before Dmitri, as if he foresees the suffering that is coming.</a:t>
            </a:r>
          </a:p>
          <a:p xmlns:a="http://schemas.openxmlformats.org/drawingml/2006/main">
            <a:r>
              <a:t/>
            </a:r>
          </a:p>
          <a:p xmlns:a="http://schemas.openxmlformats.org/drawingml/2006/main">
            <a:r>
              <a:t>HANDOFF: Speaker 2 will follow Dmitri as money and jealousy push the family toward violence.</a:t>
            </a:r>
          </a:p>
          <a:p xmlns:a="http://schemas.openxmlformats.org/drawingml/2006/main">
            <a:r>
              <a:t/>
            </a:r>
          </a:p>
          <a:p xmlns:a="http://schemas.openxmlformats.org/drawingml/2006/main">
            <a:r>
              <a:t>Sources:</a:t>
            </a:r>
          </a:p>
          <a:p xmlns:a="http://schemas.openxmlformats.org/drawingml/2006/main">
            <a:r>
              <a:t>- https://www.gutenberg.org/ebooks/28054</a:t>
            </a:r>
          </a:p>
          <a:p xmlns:a="http://schemas.openxmlformats.org/drawingml/2006/main">
            <a:r>
              <a:t>- Visual: AI-generated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2 | TARGET TIME: 0:55</a:t>
            </a:r>
          </a:p>
          <a:p xmlns:a="http://schemas.openxmlformats.org/drawingml/2006/main">
            <a:r>
              <a:t/>
            </a:r>
          </a:p>
          <a:p xmlns:a="http://schemas.openxmlformats.org/drawingml/2006/main">
            <a:r>
              <a:t>Dmitri believes Fyodor still owes him money. At the same time, he has spent 3,000 roubles entrusted to him by his fiancée, Katerina. He wants to repay her and escape with Grushenka, but he fears Grushenka may visit Fyodor instead. His desperation produces threats, violence, and repeated claims that he could kill his father. These statements later become powerful evidence.</a:t>
            </a:r>
          </a:p>
          <a:p xmlns:a="http://schemas.openxmlformats.org/drawingml/2006/main">
            <a:r>
              <a:t/>
            </a:r>
          </a:p>
          <a:p xmlns:a="http://schemas.openxmlformats.org/drawingml/2006/main">
            <a:r>
              <a:t>HANDOFF: Meanwhile, Ivan's ideas begin to influence Smerdyakov.</a:t>
            </a:r>
          </a:p>
          <a:p xmlns:a="http://schemas.openxmlformats.org/drawingml/2006/main">
            <a:r>
              <a:t/>
            </a:r>
          </a:p>
          <a:p xmlns:a="http://schemas.openxmlformats.org/drawingml/2006/main">
            <a:r>
              <a:t>Sources:</a:t>
            </a:r>
          </a:p>
          <a:p xmlns:a="http://schemas.openxmlformats.org/drawingml/2006/main">
            <a:r>
              <a:t>- https://www.gutenberg.org/ebooks/28054</a:t>
            </a:r>
          </a:p>
          <a:p xmlns:a="http://schemas.openxmlformats.org/drawingml/2006/main">
            <a:r>
              <a:t>- Visual: AI-generated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2 | TARGET TIME: 0:50</a:t>
            </a:r>
          </a:p>
          <a:p xmlns:a="http://schemas.openxmlformats.org/drawingml/2006/main">
            <a:r>
              <a:t/>
            </a:r>
          </a:p>
          <a:p xmlns:a="http://schemas.openxmlformats.org/drawingml/2006/main">
            <a:r>
              <a:t>Ivan has long conversations with Smerdyakov about belief and moral law. Smerdyakov interprets Ivan's skepticism as meaning that everything becomes permitted if God does not exist. Before the murder, Ivan leaves town even though Smerdyakov hints that something may happen. Ivan does not order a crime, but his departure later makes him feel that he silently allowed it.</a:t>
            </a:r>
          </a:p>
          <a:p xmlns:a="http://schemas.openxmlformats.org/drawingml/2006/main">
            <a:r>
              <a:t/>
            </a:r>
          </a:p>
          <a:p xmlns:a="http://schemas.openxmlformats.org/drawingml/2006/main">
            <a:r>
              <a:t>HANDOFF: That night, several actions happen at once.</a:t>
            </a:r>
          </a:p>
          <a:p xmlns:a="http://schemas.openxmlformats.org/drawingml/2006/main">
            <a:r>
              <a:t/>
            </a:r>
          </a:p>
          <a:p xmlns:a="http://schemas.openxmlformats.org/drawingml/2006/main">
            <a:r>
              <a:t>Sources:</a:t>
            </a:r>
          </a:p>
          <a:p xmlns:a="http://schemas.openxmlformats.org/drawingml/2006/main">
            <a:r>
              <a:t>- https://www.gutenberg.org/ebooks/28054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2 | TARGET TIME: 1:00</a:t>
            </a:r>
          </a:p>
          <a:p xmlns:a="http://schemas.openxmlformats.org/drawingml/2006/main">
            <a:r>
              <a:t/>
            </a:r>
          </a:p>
          <a:p xmlns:a="http://schemas.openxmlformats.org/drawingml/2006/main">
            <a:r>
              <a:t>Dmitri goes to his father's house searching for Grushenka. He does not find her. While escaping through the garden, he strikes the servant Grigory and leaves him bleeding. Dmitri then rushes away, believing he may have killed him. After Dmitri leaves, Smerdyakov murders Fyodor and steals the 3,000 roubles. Dmitri's threats, presence at the house, bloodstained clothing, and sudden money make him appear responsible.</a:t>
            </a:r>
          </a:p>
          <a:p xmlns:a="http://schemas.openxmlformats.org/drawingml/2006/main">
            <a:r>
              <a:t/>
            </a:r>
          </a:p>
          <a:p xmlns:a="http://schemas.openxmlformats.org/drawingml/2006/main">
            <a:r>
              <a:t>HANDOFF: Speaker 3 will explain how Dmitri's celebration turns into an arrest and how the truth reaches Ivan.</a:t>
            </a:r>
          </a:p>
          <a:p xmlns:a="http://schemas.openxmlformats.org/drawingml/2006/main">
            <a:r>
              <a:t/>
            </a:r>
          </a:p>
          <a:p xmlns:a="http://schemas.openxmlformats.org/drawingml/2006/main">
            <a:r>
              <a:t>Sources:</a:t>
            </a:r>
          </a:p>
          <a:p xmlns:a="http://schemas.openxmlformats.org/drawingml/2006/main">
            <a:r>
              <a:t>- https://www.gutenberg.org/ebooks/28054</a:t>
            </a:r>
          </a:p>
          <a:p xmlns:a="http://schemas.openxmlformats.org/drawingml/2006/main">
            <a:r>
              <a:t>- Visual: AI-generated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3 | TARGET TIME: 0:50</a:t>
            </a:r>
          </a:p>
          <a:p xmlns:a="http://schemas.openxmlformats.org/drawingml/2006/main">
            <a:r>
              <a:t/>
            </a:r>
          </a:p>
          <a:p xmlns:a="http://schemas.openxmlformats.org/drawingml/2006/main">
            <a:r>
              <a:t>Dmitri discovers that Grushenka has gone to the village of Mokroye to meet a former lover. He follows her, arrives with money, and organizes a lavish celebration. Grushenka finally chooses him. Their happiness lasts only hours. Investigators arrive and arrest Dmitri for Fyodor's murder. His sudden spending looks like proof that he stole the missing 3,000 roubles.</a:t>
            </a:r>
          </a:p>
          <a:p xmlns:a="http://schemas.openxmlformats.org/drawingml/2006/main">
            <a:r>
              <a:t/>
            </a:r>
          </a:p>
          <a:p xmlns:a="http://schemas.openxmlformats.org/drawingml/2006/main">
            <a:r>
              <a:t>HANDOFF: The investigation builds a convincing case from several true facts.</a:t>
            </a:r>
          </a:p>
          <a:p xmlns:a="http://schemas.openxmlformats.org/drawingml/2006/main">
            <a:r>
              <a:t/>
            </a:r>
          </a:p>
          <a:p xmlns:a="http://schemas.openxmlformats.org/drawingml/2006/main">
            <a:r>
              <a:t>Sources:</a:t>
            </a:r>
          </a:p>
          <a:p xmlns:a="http://schemas.openxmlformats.org/drawingml/2006/main">
            <a:r>
              <a:t>- https://www.gutenberg.org/ebooks/28054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3 | TARGET TIME: 0:55</a:t>
            </a:r>
          </a:p>
          <a:p xmlns:a="http://schemas.openxmlformats.org/drawingml/2006/main">
            <a:r>
              <a:t/>
            </a:r>
          </a:p>
          <a:p xmlns:a="http://schemas.openxmlformats.org/drawingml/2006/main">
            <a:r>
              <a:t>The investigators have motive, public threats, blood, and money. Dmitri's explanation sounds unbelievable: he says he had saved half of Katerina's original 3,000 roubles in a cloth pouch and carried it for weeks. The novel deliberately makes the false case psychologically persuasive. Dmitri did many violent and dishonest things, but he did not commit this murder.</a:t>
            </a:r>
          </a:p>
          <a:p xmlns:a="http://schemas.openxmlformats.org/drawingml/2006/main">
            <a:r>
              <a:t/>
            </a:r>
          </a:p>
          <a:p xmlns:a="http://schemas.openxmlformats.org/drawingml/2006/main">
            <a:r>
              <a:t>HANDOFF: The actual murderer finally explains the crime to Ivan.</a:t>
            </a:r>
          </a:p>
          <a:p xmlns:a="http://schemas.openxmlformats.org/drawingml/2006/main">
            <a:r>
              <a:t/>
            </a:r>
          </a:p>
          <a:p xmlns:a="http://schemas.openxmlformats.org/drawingml/2006/main">
            <a:r>
              <a:t>Sources:</a:t>
            </a:r>
          </a:p>
          <a:p xmlns:a="http://schemas.openxmlformats.org/drawingml/2006/main">
            <a:r>
              <a:t>- https://www.gutenberg.org/ebooks/28054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3 | TARGET TIME: 0:55</a:t>
            </a:r>
          </a:p>
          <a:p xmlns:a="http://schemas.openxmlformats.org/drawingml/2006/main">
            <a:r>
              <a:t/>
            </a:r>
          </a:p>
          <a:p xmlns:a="http://schemas.openxmlformats.org/drawingml/2006/main">
            <a:r>
              <a:t>Smerdyakov meets Ivan three times and finally confesses. He says that Ivan's ideas and departure gave him confidence that the murder would be tolerated. He hands Ivan the stolen money. Ivan decides to testify, but his mental and physical condition collapses. Soon afterward, Smerdyakov dies by suicide, removing the one person who could directly prove Dmitri's innocence.</a:t>
            </a:r>
          </a:p>
          <a:p xmlns:a="http://schemas.openxmlformats.org/drawingml/2006/main">
            <a:r>
              <a:t/>
            </a:r>
          </a:p>
          <a:p xmlns:a="http://schemas.openxmlformats.org/drawingml/2006/main">
            <a:r>
              <a:t>HANDOFF: Speaker 4 will take us through the trial, verdict, and final scene.</a:t>
            </a:r>
          </a:p>
          <a:p xmlns:a="http://schemas.openxmlformats.org/drawingml/2006/main">
            <a:r>
              <a:t/>
            </a:r>
          </a:p>
          <a:p xmlns:a="http://schemas.openxmlformats.org/drawingml/2006/main">
            <a:r>
              <a:t>Sources:</a:t>
            </a:r>
          </a:p>
          <a:p xmlns:a="http://schemas.openxmlformats.org/drawingml/2006/main">
            <a:r>
              <a:t>- https://www.gutenberg.org/ebooks/28054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4 | TARGET TIME: 1:00</a:t>
            </a:r>
          </a:p>
          <a:p xmlns:a="http://schemas.openxmlformats.org/drawingml/2006/main">
            <a:r>
              <a:t/>
            </a:r>
          </a:p>
          <a:p xmlns:a="http://schemas.openxmlformats.org/drawingml/2006/main">
            <a:r>
              <a:t>The trial becomes a public drama. The prosecutor presents Dmitri as the natural product of the violent Karamazov family. The defense argues that strong suspicion cannot replace proof. Ivan enters in a feverish state, produces Smerdyakov's money, and declares his own moral responsibility. Katerina then reveals a letter in which Dmitri had threatened to kill Fyodor. Her testimony destroys much of the defense.</a:t>
            </a:r>
          </a:p>
          <a:p xmlns:a="http://schemas.openxmlformats.org/drawingml/2006/main">
            <a:r>
              <a:t/>
            </a:r>
          </a:p>
          <a:p xmlns:a="http://schemas.openxmlformats.org/drawingml/2006/main">
            <a:r>
              <a:t>HANDOFF: The jury now chooses between legal evidence and the hidden truth.</a:t>
            </a:r>
          </a:p>
          <a:p xmlns:a="http://schemas.openxmlformats.org/drawingml/2006/main">
            <a:r>
              <a:t/>
            </a:r>
          </a:p>
          <a:p xmlns:a="http://schemas.openxmlformats.org/drawingml/2006/main">
            <a:r>
              <a:t>Sources:</a:t>
            </a:r>
          </a:p>
          <a:p xmlns:a="http://schemas.openxmlformats.org/drawingml/2006/main">
            <a:r>
              <a:t>- https://www.gutenberg.org/ebooks/28054</a:t>
            </a:r>
          </a:p>
          <a:p xmlns:a="http://schemas.openxmlformats.org/drawingml/2006/main">
            <a:r>
              <a:t>- Visual: AI-generated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4 | TARGET TIME: 0:45</a:t>
            </a:r>
          </a:p>
          <a:p xmlns:a="http://schemas.openxmlformats.org/drawingml/2006/main">
            <a:r>
              <a:t/>
            </a:r>
          </a:p>
          <a:p xmlns:a="http://schemas.openxmlformats.org/drawingml/2006/main">
            <a:r>
              <a:t>The jury finds Dmitri guilty, and the court sentences him to twenty years of penal servitude in Siberia. Alyosha, Ivan, Katerina, and Grushenka discuss helping him escape, but the novel ends before any escape occurs. Dostoevsky therefore closes the criminal case without fully closing Dmitri's future.</a:t>
            </a:r>
          </a:p>
          <a:p xmlns:a="http://schemas.openxmlformats.org/drawingml/2006/main">
            <a:r>
              <a:t/>
            </a:r>
          </a:p>
          <a:p xmlns:a="http://schemas.openxmlformats.org/drawingml/2006/main">
            <a:r>
              <a:t>HANDOFF: The final chapter moves away from the courtroom to Alyosha and a group of children.</a:t>
            </a:r>
          </a:p>
          <a:p xmlns:a="http://schemas.openxmlformats.org/drawingml/2006/main">
            <a:r>
              <a:t/>
            </a:r>
          </a:p>
          <a:p xmlns:a="http://schemas.openxmlformats.org/drawingml/2006/main">
            <a:r>
              <a:t>Sources:</a:t>
            </a:r>
          </a:p>
          <a:p xmlns:a="http://schemas.openxmlformats.org/drawingml/2006/main">
            <a:r>
              <a:t>- https://www.gutenberg.org/ebooks/28054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4 | TARGET TIME: 0:55</a:t>
            </a:r>
          </a:p>
          <a:p xmlns:a="http://schemas.openxmlformats.org/drawingml/2006/main">
            <a:r>
              <a:t/>
            </a:r>
          </a:p>
          <a:p xmlns:a="http://schemas.openxmlformats.org/drawingml/2006/main">
            <a:r>
              <a:t>The novel's emotional ending concerns Ilyusha, a schoolboy who dies after illness. After the funeral, Alyosha gathers the boys beside a stone. He asks them to remember Ilyusha and to keep one honest, loving memory from childhood. That memory may prevent cruelty later in life. The story therefore ends with grief, friendship, and a small community rather than with the convicted brother.</a:t>
            </a:r>
          </a:p>
          <a:p xmlns:a="http://schemas.openxmlformats.org/drawingml/2006/main">
            <a:r>
              <a:t/>
            </a:r>
          </a:p>
          <a:p xmlns:a="http://schemas.openxmlformats.org/drawingml/2006/main">
            <a:r>
              <a:t>HANDOFF: The story is complete. Speaker 5 will now show how its events carry the book's philosophical argument.</a:t>
            </a:r>
          </a:p>
          <a:p xmlns:a="http://schemas.openxmlformats.org/drawingml/2006/main">
            <a:r>
              <a:t/>
            </a:r>
          </a:p>
          <a:p xmlns:a="http://schemas.openxmlformats.org/drawingml/2006/main">
            <a:r>
              <a:t>Sources:</a:t>
            </a:r>
          </a:p>
          <a:p xmlns:a="http://schemas.openxmlformats.org/drawingml/2006/main">
            <a:r>
              <a:t>- https://www.gutenberg.org/ebooks/28054</a:t>
            </a:r>
          </a:p>
          <a:p xmlns:a="http://schemas.openxmlformats.org/drawingml/2006/main">
            <a:r>
              <a:t>- Visual: AI-generated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5 | TARGET TIME: 1:00</a:t>
            </a:r>
          </a:p>
          <a:p xmlns:a="http://schemas.openxmlformats.org/drawingml/2006/main">
            <a:r>
              <a:t/>
            </a:r>
          </a:p>
          <a:p xmlns:a="http://schemas.openxmlformats.org/drawingml/2006/main">
            <a:r>
              <a:t>The philosophy grows directly from the story. Ivan's anger at innocent suffering creates the problem of evil. The Grand Inquisitor asks whether human beings truly want freedom. Smerdyakov's crime makes responsibility wider than physical action. Alyosha and the boys suggest that redemption begins through active love and memory. The novel never pauses for a simple lesson. It tests every idea through consequences.</a:t>
            </a:r>
          </a:p>
          <a:p xmlns:a="http://schemas.openxmlformats.org/drawingml/2006/main">
            <a:r>
              <a:t/>
            </a:r>
          </a:p>
          <a:p xmlns:a="http://schemas.openxmlformats.org/drawingml/2006/main">
            <a:r>
              <a:t>HANDOFF: The deepest debate occurs between Ivan's rebellion and Alyosha's response.</a:t>
            </a:r>
          </a:p>
          <a:p xmlns:a="http://schemas.openxmlformats.org/drawingml/2006/main">
            <a:r>
              <a:t/>
            </a:r>
          </a:p>
          <a:p xmlns:a="http://schemas.openxmlformats.org/drawingml/2006/main">
            <a:r>
              <a:t>Sources:</a:t>
            </a:r>
          </a:p>
          <a:p xmlns:a="http://schemas.openxmlformats.org/drawingml/2006/main">
            <a:r>
              <a:t>- https://www.gutenberg.org/ebooks/28054</a:t>
            </a:r>
          </a:p>
          <a:p xmlns:a="http://schemas.openxmlformats.org/drawingml/2006/main">
            <a:r>
              <a:t>- Visual: AI-generated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5 | TARGET TIME: 1:35</a:t>
            </a:r>
          </a:p>
          <a:p xmlns:a="http://schemas.openxmlformats.org/drawingml/2006/main">
            <a:r>
              <a:t/>
            </a:r>
          </a:p>
          <a:p xmlns:a="http://schemas.openxmlformats.org/drawingml/2006/main">
            <a:r>
              <a:t>Ivan gives one of literature's strongest protests against religious explanations of suffering. He refuses to accept a final harmony if it requires the torture of even one innocent child. In the Grand Inquisitor, he argues that freedom may be too painful and that institutions gain power by offering certainty. Alyosha does not defeat Ivan with a logical proof. His answer is practical and relational. He remains with suffering people and chooses active love. Dostoevsky gives Ivan intellectual force while allowing Alyosha's actions to shape the ending.</a:t>
            </a:r>
          </a:p>
          <a:p xmlns:a="http://schemas.openxmlformats.org/drawingml/2006/main">
            <a:r>
              <a:t/>
            </a:r>
          </a:p>
          <a:p xmlns:a="http://schemas.openxmlformats.org/drawingml/2006/main">
            <a:r>
              <a:t>HANDOFF: The final philosophical issue returns us to the murder: guilt and responsibility.</a:t>
            </a:r>
          </a:p>
          <a:p xmlns:a="http://schemas.openxmlformats.org/drawingml/2006/main">
            <a:r>
              <a:t/>
            </a:r>
          </a:p>
          <a:p xmlns:a="http://schemas.openxmlformats.org/drawingml/2006/main">
            <a:r>
              <a:t>Sources:</a:t>
            </a:r>
          </a:p>
          <a:p xmlns:a="http://schemas.openxmlformats.org/drawingml/2006/main">
            <a:r>
              <a:t>- https://www.gutenberg.org/ebooks/28054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5 | TARGET TIME: 1:20</a:t>
            </a:r>
          </a:p>
          <a:p xmlns:a="http://schemas.openxmlformats.org/drawingml/2006/main">
            <a:r>
              <a:t/>
            </a:r>
          </a:p>
          <a:p xmlns:a="http://schemas.openxmlformats.org/drawingml/2006/main">
            <a:r>
              <a:t>Smerdyakov alone commits the murder, so criminal guilt belongs to him. Yet the novel spreads moral responsibility across the family. Ivan's ideas influence the killer. Dmitri desires the death and creates evidence against himself. Fyodor's neglect and humiliation shape the household. Alyosha accepts responsibility for responding to suffering even when he did not cause it. Dostoevsky's closing emphasis is active love: responsibility should lead toward compassion and repair, not erase legal distinctions. Our final question is whether that shared responsibility strengthens justice or makes it less clear.</a:t>
            </a:r>
          </a:p>
          <a:p xmlns:a="http://schemas.openxmlformats.org/drawingml/2006/main">
            <a:r>
              <a:t/>
            </a:r>
          </a:p>
          <a:p xmlns:a="http://schemas.openxmlformats.org/drawingml/2006/main">
            <a:r>
              <a:t>HANDOFF: Thank the class and invite questions.</a:t>
            </a:r>
          </a:p>
          <a:p xmlns:a="http://schemas.openxmlformats.org/drawingml/2006/main">
            <a:r>
              <a:t/>
            </a:r>
          </a:p>
          <a:p xmlns:a="http://schemas.openxmlformats.org/drawingml/2006/main">
            <a:r>
              <a:t>Sources:</a:t>
            </a:r>
          </a:p>
          <a:p xmlns:a="http://schemas.openxmlformats.org/drawingml/2006/main">
            <a:r>
              <a:t>- https://www.gutenberg.org/ebooks/28054</a:t>
            </a:r>
          </a:p>
          <a:p xmlns:a="http://schemas.openxmlformats.org/drawingml/2006/main">
            <a:r>
              <a:t>- https://boap.uib.no/books/sb/catalog/download/10/9/183?inline=1</a:t>
            </a:r>
          </a:p>
          <a:p xmlns:a="http://schemas.openxmlformats.org/drawingml/2006/main">
            <a:r>
              <a:t>- Visual: AI-generated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a95e69c5404dd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97161cb8a24acf" /><Relationship Type="http://schemas.openxmlformats.org/officeDocument/2006/relationships/slideLayout" Target="/ppt/slideLayouts/slideLayout1.xml" Id="R5e226043a1bd4d2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e226043a1bd4d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5b451b1e8b44546" /><Relationship Type="http://schemas.openxmlformats.org/officeDocument/2006/relationships/image" Target="/ppt/media/image.png" Id="R12f2bce2b03542af" /><Relationship Type="http://schemas.openxmlformats.org/officeDocument/2006/relationships/notesSlide" Target="/ppt/notesSlides/notesSlide1.xml" Id="R17e66ddbba6a40c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239c158b449445d" /><Relationship Type="http://schemas.openxmlformats.org/officeDocument/2006/relationships/notesSlide" Target="/ppt/notesSlides/notesSlide2.xml" Id="R71ba2397df4c435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b8c3414848b42c2" /><Relationship Type="http://schemas.openxmlformats.org/officeDocument/2006/relationships/image" Target="/ppt/media/image2.png" Id="R4b83d0b702ad4e7b" /><Relationship Type="http://schemas.openxmlformats.org/officeDocument/2006/relationships/notesSlide" Target="/ppt/notesSlides/notesSlide3.xml" Id="R79b76eaee4f94c7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5515eb1b4f34023" /><Relationship Type="http://schemas.openxmlformats.org/officeDocument/2006/relationships/image" Target="/ppt/media/image3.png" Id="R480dcc846cc54b89" /><Relationship Type="http://schemas.openxmlformats.org/officeDocument/2006/relationships/notesSlide" Target="/ppt/notesSlides/notesSlide4.xml" Id="R862928d170574e6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fbd25c65d744111" /><Relationship Type="http://schemas.openxmlformats.org/officeDocument/2006/relationships/image" Target="/ppt/media/image4.png" Id="R13cd2093792140ce" /><Relationship Type="http://schemas.openxmlformats.org/officeDocument/2006/relationships/notesSlide" Target="/ppt/notesSlides/notesSlide5.xml" Id="Rb47af98158b04ed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76c3cbb17974a22" /><Relationship Type="http://schemas.openxmlformats.org/officeDocument/2006/relationships/notesSlide" Target="/ppt/notesSlides/notesSlide6.xml" Id="R24c37ae4745d4dd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47f5ce3bcb64844" /><Relationship Type="http://schemas.openxmlformats.org/officeDocument/2006/relationships/image" Target="/ppt/media/image5.png" Id="Ra253013d0210425d" /><Relationship Type="http://schemas.openxmlformats.org/officeDocument/2006/relationships/notesSlide" Target="/ppt/notesSlides/notesSlide7.xml" Id="R7a9d0f11aa884fa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857f13d0c1146f3" /><Relationship Type="http://schemas.openxmlformats.org/officeDocument/2006/relationships/notesSlide" Target="/ppt/notesSlides/notesSlide8.xml" Id="R19c13373d12b4df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e10e1fe9191453f" /><Relationship Type="http://schemas.openxmlformats.org/officeDocument/2006/relationships/notesSlide" Target="/ppt/notesSlides/notesSlide9.xml" Id="R549979af0ad8408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bfeefe6731b4ebe" /><Relationship Type="http://schemas.openxmlformats.org/officeDocument/2006/relationships/notesSlide" Target="/ppt/notesSlides/notesSlide10.xml" Id="Rbf0ec05c5e96431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ae1528286e9434f" /><Relationship Type="http://schemas.openxmlformats.org/officeDocument/2006/relationships/image" Target="/ppt/media/image6.png" Id="Rad557448df01408b" /><Relationship Type="http://schemas.openxmlformats.org/officeDocument/2006/relationships/notesSlide" Target="/ppt/notesSlides/notesSlide11.xml" Id="R34bdd48680244b7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5007ff6d33c4b90" /><Relationship Type="http://schemas.openxmlformats.org/officeDocument/2006/relationships/notesSlide" Target="/ppt/notesSlides/notesSlide12.xml" Id="R597535a4a9e84d4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9d8b80a9cda4cdc" /><Relationship Type="http://schemas.openxmlformats.org/officeDocument/2006/relationships/image" Target="/ppt/media/image7.png" Id="R9bb2c4ca67bf40dd" /><Relationship Type="http://schemas.openxmlformats.org/officeDocument/2006/relationships/notesSlide" Target="/ppt/notesSlides/notesSlide13.xml" Id="Rc8c4049719574a8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e3dcff96332453a" /><Relationship Type="http://schemas.openxmlformats.org/officeDocument/2006/relationships/image" Target="/ppt/media/image8.png" Id="Ra140273477ad4627" /><Relationship Type="http://schemas.openxmlformats.org/officeDocument/2006/relationships/notesSlide" Target="/ppt/notesSlides/notesSlide14.xml" Id="Rdad56e4ade614ac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f5efea009784b95" /><Relationship Type="http://schemas.openxmlformats.org/officeDocument/2006/relationships/notesSlide" Target="/ppt/notesSlides/notesSlide15.xml" Id="Rc527cb0652184d2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7bd30c5cf0b43b4" /><Relationship Type="http://schemas.openxmlformats.org/officeDocument/2006/relationships/image" Target="/ppt/media/image9.png" Id="R70d9ea09681e4062" /><Relationship Type="http://schemas.openxmlformats.org/officeDocument/2006/relationships/notesSlide" Target="/ppt/notesSlides/notesSlide16.xml" Id="R8db368fd54d94a8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2f2bce2b03542a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B524E42-C0C4-4FD1-BDFE-D988DB26E1E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080A0F">
                  <a:alpha val="98000"/>
                </a:srgbClr>
              </a:gs>
              <a:gs pos="45000">
                <a:srgbClr val="080A0F">
                  <a:alpha val="72000"/>
                </a:srgbClr>
              </a:gs>
              <a:gs pos="100000">
                <a:srgbClr val="080A0F">
                  <a:alpha val="8000"/>
                </a:srgbClr>
              </a:gs>
            </a:gsLst>
            <a:lin ang="0"/>
          </a:gra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031C61D-1E69-448F-B160-A89CA7655B32}"/>
              </a:ext>
            </a:extLst>
          </p:cNvPr>
          <p:cNvSpPr>
            <a:spLocks xmlns:a="http://schemas.openxmlformats.org/drawingml/2006/main" noGrp="1"/>
          </p:cNvSpPr>
          <p:nvPr/>
        </p:nvSpPr>
        <p:spPr>
          <a:xfrm xmlns:a="http://schemas.openxmlformats.org/drawingml/2006/main">
            <a:off x="685800" y="13525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8000"/>
              </a:lnSpc>
              <a:buNone/>
              <a:defRPr sz="4350" b="1" i="0">
                <a:solidFill>
                  <a:srgbClr val="F6F0E5"/>
                </a:solidFill>
                <a:latin typeface="Georgia"/>
                <a:ea typeface="Georgia"/>
                <a:cs typeface="Georgia"/>
              </a:defRPr>
            </a:pPr>
            <a:r>
              <a:rPr sz="4350" b="1" i="0">
                <a:solidFill>
                  <a:srgbClr val="F6F0E5"/>
                </a:solidFill>
                <a:latin typeface="Georgia"/>
                <a:ea typeface="Georgia"/>
                <a:cs typeface="Georgia"/>
              </a:rPr>
              <a:t>THE BROTHERS</a:t>
            </a:r>
          </a:p>
          <a:p xmlns:a="http://schemas.openxmlformats.org/drawingml/2006/main">
            <a:pPr algn="l">
              <a:lnSpc>
                <a:spcPct val="88000"/>
              </a:lnSpc>
              <a:buNone/>
              <a:defRPr sz="4350" b="1" i="0">
                <a:solidFill>
                  <a:srgbClr val="F6F0E5"/>
                </a:solidFill>
                <a:latin typeface="Georgia"/>
                <a:ea typeface="Georgia"/>
                <a:cs typeface="Georgia"/>
              </a:defRPr>
            </a:pPr>
            <a:r>
              <a:rPr sz="4350" b="1" i="0">
                <a:solidFill>
                  <a:srgbClr val="F6F0E5"/>
                </a:solidFill>
                <a:latin typeface="Georgia"/>
                <a:ea typeface="Georgia"/>
                <a:cs typeface="Georgia"/>
              </a:rPr>
              <a:t>KARAMAZOV</a:t>
            </a:r>
          </a:p>
        </p:txBody>
      </p:sp>
      <p:sp>
        <p:nvSpPr>
          <p:cNvPr id="4" name="">
            <a:extLst xmlns:a="http://schemas.openxmlformats.org/drawingml/2006/main">
              <a:ext uri="{FF2B5EF4-FFF2-40B4-BE49-F238E27FC236}">
                <a16:creationId xmlns:a16="http://schemas.microsoft.com/office/drawing/2014/main" id="{DB93FA57-EC28-489F-9E8F-08CCEFD389B9}"/>
              </a:ext>
            </a:extLst>
          </p:cNvPr>
          <p:cNvSpPr>
            <a:spLocks xmlns:a="http://schemas.openxmlformats.org/drawingml/2006/main" noGrp="1"/>
          </p:cNvSpPr>
          <p:nvPr/>
        </p:nvSpPr>
        <p:spPr>
          <a:xfrm xmlns:a="http://schemas.openxmlformats.org/drawingml/2006/main">
            <a:off x="723900" y="3371850"/>
            <a:ext cx="1143000" cy="0"/>
          </a:xfrm>
          <a:prstGeom xmlns:a="http://schemas.openxmlformats.org/drawingml/2006/main" prst="line">
            <a:avLst/>
          </a:prstGeom>
          <a:noFill xmlns:a="http://schemas.openxmlformats.org/drawingml/2006/main"/>
          <a:ln xmlns:a="http://schemas.openxmlformats.org/drawingml/2006/main" w="47625">
            <a:solidFill>
              <a:srgbClr val="B35A45"/>
            </a:solidFill>
            <a:prstDash val="solid"/>
          </a:ln>
        </p:spPr>
      </p:sp>
      <p:sp>
        <p:nvSpPr>
          <p:cNvPr id="5" name="">
            <a:extLst xmlns:a="http://schemas.openxmlformats.org/drawingml/2006/main">
              <a:ext uri="{FF2B5EF4-FFF2-40B4-BE49-F238E27FC236}">
                <a16:creationId xmlns:a16="http://schemas.microsoft.com/office/drawing/2014/main" id="{5CF93A12-902D-4E12-8A51-ECBEAB0B9251}"/>
              </a:ext>
            </a:extLst>
          </p:cNvPr>
          <p:cNvSpPr>
            <a:spLocks xmlns:a="http://schemas.openxmlformats.org/drawingml/2006/main" noGrp="1"/>
          </p:cNvSpPr>
          <p:nvPr/>
        </p:nvSpPr>
        <p:spPr>
          <a:xfrm xmlns:a="http://schemas.openxmlformats.org/drawingml/2006/main">
            <a:off x="723900" y="3600450"/>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C69A58"/>
                </a:solidFill>
                <a:latin typeface="Aptos"/>
                <a:ea typeface="Aptos"/>
                <a:cs typeface="Aptos"/>
              </a:defRPr>
            </a:pPr>
            <a:r>
              <a:rPr sz="1350" b="1" i="0">
                <a:solidFill>
                  <a:srgbClr val="C69A58"/>
                </a:solidFill>
                <a:latin typeface="Aptos"/>
                <a:ea typeface="Aptos"/>
                <a:cs typeface="Aptos"/>
              </a:rPr>
              <a:t>FYODOR DOSTOEVSKY</a:t>
            </a:r>
          </a:p>
        </p:txBody>
      </p:sp>
      <p:sp>
        <p:nvSpPr>
          <p:cNvPr id="6" name="">
            <a:extLst xmlns:a="http://schemas.openxmlformats.org/drawingml/2006/main">
              <a:ext uri="{FF2B5EF4-FFF2-40B4-BE49-F238E27FC236}">
                <a16:creationId xmlns:a16="http://schemas.microsoft.com/office/drawing/2014/main" id="{6D622C8F-6F36-44EC-A0EA-4CF6B12B58A3}"/>
              </a:ext>
            </a:extLst>
          </p:cNvPr>
          <p:cNvSpPr>
            <a:spLocks xmlns:a="http://schemas.openxmlformats.org/drawingml/2006/main" noGrp="1"/>
          </p:cNvSpPr>
          <p:nvPr/>
        </p:nvSpPr>
        <p:spPr>
          <a:xfrm xmlns:a="http://schemas.openxmlformats.org/drawingml/2006/main">
            <a:off x="723900" y="4333875"/>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0" i="1">
                <a:solidFill>
                  <a:srgbClr val="E8DDC8"/>
                </a:solidFill>
                <a:latin typeface="Georgia"/>
                <a:ea typeface="Georgia"/>
                <a:cs typeface="Georgia"/>
              </a:defRPr>
            </a:pPr>
            <a:r>
              <a:rPr sz="2100" b="0" i="1">
                <a:solidFill>
                  <a:srgbClr val="E8DDC8"/>
                </a:solidFill>
                <a:latin typeface="Georgia"/>
                <a:ea typeface="Georgia"/>
                <a:cs typeface="Georgia"/>
              </a:rPr>
              <a:t>Story first. Philosophy after.</a:t>
            </a:r>
          </a:p>
        </p:txBody>
      </p:sp>
      <p:sp>
        <p:nvSpPr>
          <p:cNvPr id="7" name="">
            <a:extLst xmlns:a="http://schemas.openxmlformats.org/drawingml/2006/main">
              <a:ext uri="{FF2B5EF4-FFF2-40B4-BE49-F238E27FC236}">
                <a16:creationId xmlns:a16="http://schemas.microsoft.com/office/drawing/2014/main" id="{D4024534-C3E7-4917-90BC-F1CDE108F40B}"/>
              </a:ext>
            </a:extLst>
          </p:cNvPr>
          <p:cNvSpPr>
            <a:spLocks xmlns:a="http://schemas.openxmlformats.org/drawingml/2006/main" noGrp="1"/>
          </p:cNvSpPr>
          <p:nvPr/>
        </p:nvSpPr>
        <p:spPr>
          <a:xfrm xmlns:a="http://schemas.openxmlformats.org/drawingml/2006/main">
            <a:off x="723900" y="611505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9FB7C8"/>
                </a:solidFill>
                <a:latin typeface="Aptos"/>
                <a:ea typeface="Aptos"/>
                <a:cs typeface="Aptos"/>
              </a:defRPr>
            </a:pPr>
            <a:r>
              <a:rPr sz="825" b="1" i="0">
                <a:solidFill>
                  <a:srgbClr val="9FB7C8"/>
                </a:solidFill>
                <a:latin typeface="Aptos"/>
                <a:ea typeface="Aptos"/>
                <a:cs typeface="Aptos"/>
              </a:rPr>
              <a:t>15-MINUTE WORLD LITERATURE PRESENTATION</a:t>
            </a:r>
          </a:p>
        </p:txBody>
      </p:sp>
    </p:spTree>
    <p:extLst>
      <p:ext uri="{BB962C8B-B14F-4D97-AF65-F5344CB8AC3E}">
        <p14:creationId xmlns:p14="http://schemas.microsoft.com/office/powerpoint/2010/main" val="1768427030"/>
      </p:ext>
    </p:extLst>
  </p:cSld>
</p:sld>
</file>

<file path=ppt/slides/slide2.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6A69DC8-778B-4D2B-B5E2-27DECE46433B}"/>
              </a:ext>
            </a:extLst>
          </p:cNvPr>
          <p:cNvSpPr>
            <a:spLocks xmlns:a="http://schemas.openxmlformats.org/drawingml/2006/main" noGrp="1"/>
          </p:cNvSpPr>
          <p:nvPr/>
        </p:nvSpPr>
        <p:spPr>
          <a:xfrm xmlns:a="http://schemas.openxmlformats.org/drawingml/2006/main">
            <a:off x="609600" y="361950"/>
            <a:ext cx="1257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C69A58"/>
                </a:solidFill>
                <a:latin typeface="Aptos"/>
                <a:ea typeface="Aptos"/>
                <a:cs typeface="Aptos"/>
              </a:defRPr>
            </a:pPr>
            <a:r>
              <a:rPr sz="900" b="1" i="0">
                <a:solidFill>
                  <a:srgbClr val="C69A58"/>
                </a:solidFill>
                <a:latin typeface="Aptos"/>
                <a:ea typeface="Aptos"/>
                <a:cs typeface="Aptos"/>
              </a:rPr>
              <a:t>SPEAKER 1</a:t>
            </a:r>
          </a:p>
        </p:txBody>
      </p:sp>
      <p:sp>
        <p:nvSpPr>
          <p:cNvPr id="2" name="">
            <a:extLst xmlns:a="http://schemas.openxmlformats.org/drawingml/2006/main">
              <a:ext uri="{FF2B5EF4-FFF2-40B4-BE49-F238E27FC236}">
                <a16:creationId xmlns:a16="http://schemas.microsoft.com/office/drawing/2014/main" id="{7A11D6AD-1238-4675-9369-85E801474727}"/>
              </a:ext>
            </a:extLst>
          </p:cNvPr>
          <p:cNvSpPr>
            <a:spLocks xmlns:a="http://schemas.openxmlformats.org/drawingml/2006/main" noGrp="1"/>
          </p:cNvSpPr>
          <p:nvPr/>
        </p:nvSpPr>
        <p:spPr>
          <a:xfrm xmlns:a="http://schemas.openxmlformats.org/drawingml/2006/main">
            <a:off x="1924050" y="36195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756D63"/>
                </a:solidFill>
                <a:latin typeface="Aptos"/>
                <a:ea typeface="Aptos"/>
                <a:cs typeface="Aptos"/>
              </a:defRPr>
            </a:pPr>
            <a:r>
              <a:rPr sz="900" b="1" i="0">
                <a:solidFill>
                  <a:srgbClr val="756D63"/>
                </a:solidFill>
                <a:latin typeface="Aptos"/>
                <a:ea typeface="Aptos"/>
                <a:cs typeface="Aptos"/>
              </a:rPr>
              <a:t>INTRODUCTION     0:50</a:t>
            </a:r>
          </a:p>
        </p:txBody>
      </p:sp>
      <p:sp>
        <p:nvSpPr>
          <p:cNvPr id="3" name="">
            <a:extLst xmlns:a="http://schemas.openxmlformats.org/drawingml/2006/main">
              <a:ext uri="{FF2B5EF4-FFF2-40B4-BE49-F238E27FC236}">
                <a16:creationId xmlns:a16="http://schemas.microsoft.com/office/drawing/2014/main" id="{D6987ED8-0A8C-4351-B63C-18E6995D3D35}"/>
              </a:ext>
            </a:extLst>
          </p:cNvPr>
          <p:cNvSpPr>
            <a:spLocks xmlns:a="http://schemas.openxmlformats.org/drawingml/2006/main" noGrp="1"/>
          </p:cNvSpPr>
          <p:nvPr/>
        </p:nvSpPr>
        <p:spPr>
          <a:xfrm xmlns:a="http://schemas.openxmlformats.org/drawingml/2006/main">
            <a:off x="609600" y="72390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75" b="1" i="0">
                <a:solidFill>
                  <a:srgbClr val="0B0E13"/>
                </a:solidFill>
                <a:latin typeface="Georgia"/>
                <a:ea typeface="Georgia"/>
                <a:cs typeface="Georgia"/>
              </a:defRPr>
            </a:pPr>
            <a:r>
              <a:rPr sz="2775" b="1" i="0">
                <a:solidFill>
                  <a:srgbClr val="0B0E13"/>
                </a:solidFill>
                <a:latin typeface="Georgia"/>
                <a:ea typeface="Georgia"/>
                <a:cs typeface="Georgia"/>
              </a:rPr>
              <a:t>Dostoevsky and publication</a:t>
            </a:r>
          </a:p>
        </p:txBody>
      </p:sp>
      <p:sp>
        <p:nvSpPr>
          <p:cNvPr id="4" name="">
            <a:extLst xmlns:a="http://schemas.openxmlformats.org/drawingml/2006/main">
              <a:ext uri="{FF2B5EF4-FFF2-40B4-BE49-F238E27FC236}">
                <a16:creationId xmlns:a16="http://schemas.microsoft.com/office/drawing/2014/main" id="{BB7D0DEE-9827-4A48-9D7E-650F2E0BF584}"/>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8BEAD"/>
            </a:solidFill>
            <a:prstDash val="solid"/>
          </a:ln>
        </p:spPr>
      </p:sp>
      <p:sp>
        <p:nvSpPr>
          <p:cNvPr id="5" name="">
            <a:extLst xmlns:a="http://schemas.openxmlformats.org/drawingml/2006/main">
              <a:ext uri="{FF2B5EF4-FFF2-40B4-BE49-F238E27FC236}">
                <a16:creationId xmlns:a16="http://schemas.microsoft.com/office/drawing/2014/main" id="{F2A86400-0708-4557-BED1-1346E9ED982C}"/>
              </a:ext>
            </a:extLst>
          </p:cNvPr>
          <p:cNvSpPr>
            <a:spLocks xmlns:a="http://schemas.openxmlformats.org/drawingml/2006/main" noGrp="1"/>
          </p:cNvSpPr>
          <p:nvPr/>
        </p:nvSpPr>
        <p:spPr>
          <a:xfrm xmlns:a="http://schemas.openxmlformats.org/drawingml/2006/main">
            <a:off x="11049000" y="390525"/>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B746B"/>
                </a:solidFill>
                <a:latin typeface="Aptos"/>
                <a:ea typeface="Aptos"/>
                <a:cs typeface="Aptos"/>
              </a:defRPr>
            </a:pPr>
            <a:r>
              <a:rPr sz="750" b="1" i="0">
                <a:solidFill>
                  <a:srgbClr val="7B746B"/>
                </a:solidFill>
                <a:latin typeface="Aptos"/>
                <a:ea typeface="Aptos"/>
                <a:cs typeface="Aptos"/>
              </a:rPr>
              <a:t>02</a:t>
            </a:r>
          </a:p>
        </p:txBody>
      </p:sp>
      <p:sp>
        <p:nvSpPr>
          <p:cNvPr id="6" name="">
            <a:extLst xmlns:a="http://schemas.openxmlformats.org/drawingml/2006/main">
              <a:ext uri="{FF2B5EF4-FFF2-40B4-BE49-F238E27FC236}">
                <a16:creationId xmlns:a16="http://schemas.microsoft.com/office/drawing/2014/main" id="{24BCD5D5-BD66-4DF6-B858-0A39671E9717}"/>
              </a:ext>
            </a:extLst>
          </p:cNvPr>
          <p:cNvSpPr>
            <a:spLocks xmlns:a="http://schemas.openxmlformats.org/drawingml/2006/main" noGrp="1"/>
          </p:cNvSpPr>
          <p:nvPr/>
        </p:nvSpPr>
        <p:spPr>
          <a:xfrm xmlns:a="http://schemas.openxmlformats.org/drawingml/2006/main">
            <a:off x="609600" y="1600200"/>
            <a:ext cx="3810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875" b="1" i="0">
                <a:solidFill>
                  <a:srgbClr val="7A2632"/>
                </a:solidFill>
                <a:latin typeface="Georgia"/>
                <a:ea typeface="Georgia"/>
                <a:cs typeface="Georgia"/>
              </a:defRPr>
            </a:pPr>
            <a:r>
              <a:rPr sz="7875" b="1" i="0">
                <a:solidFill>
                  <a:srgbClr val="7A2632"/>
                </a:solidFill>
                <a:latin typeface="Georgia"/>
                <a:ea typeface="Georgia"/>
                <a:cs typeface="Georgia"/>
              </a:rPr>
              <a:t>1880</a:t>
            </a:r>
          </a:p>
        </p:txBody>
      </p:sp>
      <p:sp>
        <p:nvSpPr>
          <p:cNvPr id="7" name="">
            <a:extLst xmlns:a="http://schemas.openxmlformats.org/drawingml/2006/main">
              <a:ext uri="{FF2B5EF4-FFF2-40B4-BE49-F238E27FC236}">
                <a16:creationId xmlns:a16="http://schemas.microsoft.com/office/drawing/2014/main" id="{0EBD1198-4040-449E-88FC-E4B4EBA204A7}"/>
              </a:ext>
            </a:extLst>
          </p:cNvPr>
          <p:cNvSpPr>
            <a:spLocks xmlns:a="http://schemas.openxmlformats.org/drawingml/2006/main" noGrp="1"/>
          </p:cNvSpPr>
          <p:nvPr/>
        </p:nvSpPr>
        <p:spPr>
          <a:xfrm xmlns:a="http://schemas.openxmlformats.org/drawingml/2006/main">
            <a:off x="666750" y="3057525"/>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0B0E13"/>
                </a:solidFill>
                <a:latin typeface="Georgia"/>
                <a:ea typeface="Georgia"/>
                <a:cs typeface="Georgia"/>
              </a:defRPr>
            </a:pPr>
            <a:r>
              <a:rPr sz="1950" b="1" i="0">
                <a:solidFill>
                  <a:srgbClr val="0B0E13"/>
                </a:solidFill>
                <a:latin typeface="Georgia"/>
                <a:ea typeface="Georgia"/>
                <a:cs typeface="Georgia"/>
              </a:rPr>
              <a:t>Final completed novel</a:t>
            </a:r>
          </a:p>
        </p:txBody>
      </p:sp>
      <p:sp>
        <p:nvSpPr>
          <p:cNvPr id="8" name="">
            <a:extLst xmlns:a="http://schemas.openxmlformats.org/drawingml/2006/main">
              <a:ext uri="{FF2B5EF4-FFF2-40B4-BE49-F238E27FC236}">
                <a16:creationId xmlns:a16="http://schemas.microsoft.com/office/drawing/2014/main" id="{34D3D362-F89E-433B-BCE7-46A426E29C6F}"/>
              </a:ext>
            </a:extLst>
          </p:cNvPr>
          <p:cNvSpPr>
            <a:spLocks xmlns:a="http://schemas.openxmlformats.org/drawingml/2006/main" noGrp="1"/>
          </p:cNvSpPr>
          <p:nvPr/>
        </p:nvSpPr>
        <p:spPr>
          <a:xfrm xmlns:a="http://schemas.openxmlformats.org/drawingml/2006/main">
            <a:off x="666750" y="3562350"/>
            <a:ext cx="466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0" i="0">
                <a:solidFill>
                  <a:srgbClr val="27313D"/>
                </a:solidFill>
                <a:latin typeface="Aptos"/>
                <a:ea typeface="Aptos"/>
                <a:cs typeface="Aptos"/>
              </a:defRPr>
            </a:pPr>
            <a:r>
              <a:rPr sz="1575" b="0" i="0">
                <a:solidFill>
                  <a:srgbClr val="27313D"/>
                </a:solidFill>
                <a:latin typeface="Aptos"/>
                <a:ea typeface="Aptos"/>
                <a:cs typeface="Aptos"/>
              </a:rPr>
              <a:t>Serialized in The Russian Messenger</a:t>
            </a:r>
          </a:p>
        </p:txBody>
      </p:sp>
      <p:sp>
        <p:nvSpPr>
          <p:cNvPr id="9" name="">
            <a:extLst xmlns:a="http://schemas.openxmlformats.org/drawingml/2006/main">
              <a:ext uri="{FF2B5EF4-FFF2-40B4-BE49-F238E27FC236}">
                <a16:creationId xmlns:a16="http://schemas.microsoft.com/office/drawing/2014/main" id="{BAC648FD-C664-405F-9672-3C8FDC4DF131}"/>
              </a:ext>
            </a:extLst>
          </p:cNvPr>
          <p:cNvSpPr>
            <a:spLocks xmlns:a="http://schemas.openxmlformats.org/drawingml/2006/main" noGrp="1"/>
          </p:cNvSpPr>
          <p:nvPr/>
        </p:nvSpPr>
        <p:spPr>
          <a:xfrm xmlns:a="http://schemas.openxmlformats.org/drawingml/2006/main">
            <a:off x="6305550" y="1676400"/>
            <a:ext cx="0" cy="3333750"/>
          </a:xfrm>
          <a:prstGeom xmlns:a="http://schemas.openxmlformats.org/drawingml/2006/main" prst="line">
            <a:avLst/>
          </a:prstGeom>
          <a:noFill xmlns:a="http://schemas.openxmlformats.org/drawingml/2006/main"/>
          <a:ln xmlns:a="http://schemas.openxmlformats.org/drawingml/2006/main" w="19050">
            <a:solidFill>
              <a:srgbClr val="C8BEAD"/>
            </a:solidFill>
            <a:prstDash val="solid"/>
          </a:ln>
        </p:spPr>
      </p:sp>
      <p:sp>
        <p:nvSpPr>
          <p:cNvPr id="10" name="">
            <a:extLst xmlns:a="http://schemas.openxmlformats.org/drawingml/2006/main">
              <a:ext uri="{FF2B5EF4-FFF2-40B4-BE49-F238E27FC236}">
                <a16:creationId xmlns:a16="http://schemas.microsoft.com/office/drawing/2014/main" id="{DEB1F503-595D-4478-8FD1-0E84467ABF0B}"/>
              </a:ext>
            </a:extLst>
          </p:cNvPr>
          <p:cNvSpPr>
            <a:spLocks xmlns:a="http://schemas.openxmlformats.org/drawingml/2006/main" noGrp="1"/>
          </p:cNvSpPr>
          <p:nvPr/>
        </p:nvSpPr>
        <p:spPr>
          <a:xfrm xmlns:a="http://schemas.openxmlformats.org/drawingml/2006/main">
            <a:off x="6858000" y="1638300"/>
            <a:ext cx="1952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7A2632"/>
                </a:solidFill>
                <a:latin typeface="Georgia"/>
                <a:ea typeface="Georgia"/>
                <a:cs typeface="Georgia"/>
              </a:defRPr>
            </a:pPr>
            <a:r>
              <a:rPr sz="1875" b="1" i="0">
                <a:solidFill>
                  <a:srgbClr val="7A2632"/>
                </a:solidFill>
                <a:latin typeface="Georgia"/>
                <a:ea typeface="Georgia"/>
                <a:cs typeface="Georgia"/>
              </a:rPr>
              <a:t>1821</a:t>
            </a:r>
          </a:p>
        </p:txBody>
      </p:sp>
      <p:sp>
        <p:nvSpPr>
          <p:cNvPr id="11" name="">
            <a:extLst xmlns:a="http://schemas.openxmlformats.org/drawingml/2006/main">
              <a:ext uri="{FF2B5EF4-FFF2-40B4-BE49-F238E27FC236}">
                <a16:creationId xmlns:a16="http://schemas.microsoft.com/office/drawing/2014/main" id="{91010EE1-61E8-41FD-8A66-04E740A5487D}"/>
              </a:ext>
            </a:extLst>
          </p:cNvPr>
          <p:cNvSpPr>
            <a:spLocks xmlns:a="http://schemas.openxmlformats.org/drawingml/2006/main" noGrp="1"/>
          </p:cNvSpPr>
          <p:nvPr/>
        </p:nvSpPr>
        <p:spPr>
          <a:xfrm xmlns:a="http://schemas.openxmlformats.org/drawingml/2006/main">
            <a:off x="8763000" y="16764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i="0">
                <a:solidFill>
                  <a:srgbClr val="27313D"/>
                </a:solidFill>
                <a:latin typeface="Aptos"/>
                <a:ea typeface="Aptos"/>
                <a:cs typeface="Aptos"/>
              </a:defRPr>
            </a:pPr>
            <a:r>
              <a:rPr sz="1425" b="0" i="0">
                <a:solidFill>
                  <a:srgbClr val="27313D"/>
                </a:solidFill>
                <a:latin typeface="Aptos"/>
                <a:ea typeface="Aptos"/>
                <a:cs typeface="Aptos"/>
              </a:rPr>
              <a:t>Born in Moscow</a:t>
            </a:r>
          </a:p>
        </p:txBody>
      </p:sp>
      <p:sp>
        <p:nvSpPr>
          <p:cNvPr id="12" name="">
            <a:extLst xmlns:a="http://schemas.openxmlformats.org/drawingml/2006/main">
              <a:ext uri="{FF2B5EF4-FFF2-40B4-BE49-F238E27FC236}">
                <a16:creationId xmlns:a16="http://schemas.microsoft.com/office/drawing/2014/main" id="{D0AC8567-36BA-4A17-BD38-A26B698C35B4}"/>
              </a:ext>
            </a:extLst>
          </p:cNvPr>
          <p:cNvSpPr>
            <a:spLocks xmlns:a="http://schemas.openxmlformats.org/drawingml/2006/main" noGrp="1"/>
          </p:cNvSpPr>
          <p:nvPr/>
        </p:nvSpPr>
        <p:spPr>
          <a:xfrm xmlns:a="http://schemas.openxmlformats.org/drawingml/2006/main">
            <a:off x="6858000" y="2590800"/>
            <a:ext cx="1952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7A2632"/>
                </a:solidFill>
                <a:latin typeface="Georgia"/>
                <a:ea typeface="Georgia"/>
                <a:cs typeface="Georgia"/>
              </a:defRPr>
            </a:pPr>
            <a:r>
              <a:rPr sz="1875" b="1" i="0">
                <a:solidFill>
                  <a:srgbClr val="7A2632"/>
                </a:solidFill>
                <a:latin typeface="Georgia"/>
                <a:ea typeface="Georgia"/>
                <a:cs typeface="Georgia"/>
              </a:rPr>
              <a:t>1849</a:t>
            </a:r>
          </a:p>
        </p:txBody>
      </p:sp>
      <p:sp>
        <p:nvSpPr>
          <p:cNvPr id="13" name="">
            <a:extLst xmlns:a="http://schemas.openxmlformats.org/drawingml/2006/main">
              <a:ext uri="{FF2B5EF4-FFF2-40B4-BE49-F238E27FC236}">
                <a16:creationId xmlns:a16="http://schemas.microsoft.com/office/drawing/2014/main" id="{FA7B257A-346B-40F1-B80F-1637409B05A4}"/>
              </a:ext>
            </a:extLst>
          </p:cNvPr>
          <p:cNvSpPr>
            <a:spLocks xmlns:a="http://schemas.openxmlformats.org/drawingml/2006/main" noGrp="1"/>
          </p:cNvSpPr>
          <p:nvPr/>
        </p:nvSpPr>
        <p:spPr>
          <a:xfrm xmlns:a="http://schemas.openxmlformats.org/drawingml/2006/main">
            <a:off x="8763000" y="26289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i="0">
                <a:solidFill>
                  <a:srgbClr val="27313D"/>
                </a:solidFill>
                <a:latin typeface="Aptos"/>
                <a:ea typeface="Aptos"/>
                <a:cs typeface="Aptos"/>
              </a:defRPr>
            </a:pPr>
            <a:r>
              <a:rPr sz="1425" b="0" i="0">
                <a:solidFill>
                  <a:srgbClr val="27313D"/>
                </a:solidFill>
                <a:latin typeface="Aptos"/>
                <a:ea typeface="Aptos"/>
                <a:cs typeface="Aptos"/>
              </a:rPr>
              <a:t>Arrest and Siberian exile</a:t>
            </a:r>
          </a:p>
        </p:txBody>
      </p:sp>
      <p:sp>
        <p:nvSpPr>
          <p:cNvPr id="14" name="">
            <a:extLst xmlns:a="http://schemas.openxmlformats.org/drawingml/2006/main">
              <a:ext uri="{FF2B5EF4-FFF2-40B4-BE49-F238E27FC236}">
                <a16:creationId xmlns:a16="http://schemas.microsoft.com/office/drawing/2014/main" id="{9BE1A656-1189-42BB-AC1B-D34E11FDD773}"/>
              </a:ext>
            </a:extLst>
          </p:cNvPr>
          <p:cNvSpPr>
            <a:spLocks xmlns:a="http://schemas.openxmlformats.org/drawingml/2006/main" noGrp="1"/>
          </p:cNvSpPr>
          <p:nvPr/>
        </p:nvSpPr>
        <p:spPr>
          <a:xfrm xmlns:a="http://schemas.openxmlformats.org/drawingml/2006/main">
            <a:off x="6858000" y="3543300"/>
            <a:ext cx="1952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7A2632"/>
                </a:solidFill>
                <a:latin typeface="Georgia"/>
                <a:ea typeface="Georgia"/>
                <a:cs typeface="Georgia"/>
              </a:defRPr>
            </a:pPr>
            <a:r>
              <a:rPr sz="1875" b="1" i="0">
                <a:solidFill>
                  <a:srgbClr val="7A2632"/>
                </a:solidFill>
                <a:latin typeface="Georgia"/>
                <a:ea typeface="Georgia"/>
                <a:cs typeface="Georgia"/>
              </a:rPr>
              <a:t>1879–1880</a:t>
            </a:r>
          </a:p>
        </p:txBody>
      </p:sp>
      <p:sp>
        <p:nvSpPr>
          <p:cNvPr id="15" name="">
            <a:extLst xmlns:a="http://schemas.openxmlformats.org/drawingml/2006/main">
              <a:ext uri="{FF2B5EF4-FFF2-40B4-BE49-F238E27FC236}">
                <a16:creationId xmlns:a16="http://schemas.microsoft.com/office/drawing/2014/main" id="{39F72206-2131-42CA-A234-955CCC27BC20}"/>
              </a:ext>
            </a:extLst>
          </p:cNvPr>
          <p:cNvSpPr>
            <a:spLocks xmlns:a="http://schemas.openxmlformats.org/drawingml/2006/main" noGrp="1"/>
          </p:cNvSpPr>
          <p:nvPr/>
        </p:nvSpPr>
        <p:spPr>
          <a:xfrm xmlns:a="http://schemas.openxmlformats.org/drawingml/2006/main">
            <a:off x="8763000" y="35814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i="0">
                <a:solidFill>
                  <a:srgbClr val="27313D"/>
                </a:solidFill>
                <a:latin typeface="Aptos"/>
                <a:ea typeface="Aptos"/>
                <a:cs typeface="Aptos"/>
              </a:defRPr>
            </a:pPr>
            <a:r>
              <a:rPr sz="1425" b="0" i="0">
                <a:solidFill>
                  <a:srgbClr val="27313D"/>
                </a:solidFill>
                <a:latin typeface="Aptos"/>
                <a:ea typeface="Aptos"/>
                <a:cs typeface="Aptos"/>
              </a:rPr>
              <a:t>Novel serialized</a:t>
            </a:r>
          </a:p>
        </p:txBody>
      </p:sp>
      <p:sp>
        <p:nvSpPr>
          <p:cNvPr id="16" name="">
            <a:extLst xmlns:a="http://schemas.openxmlformats.org/drawingml/2006/main">
              <a:ext uri="{FF2B5EF4-FFF2-40B4-BE49-F238E27FC236}">
                <a16:creationId xmlns:a16="http://schemas.microsoft.com/office/drawing/2014/main" id="{71FCECBF-55D6-4756-B82A-86E70A214A6F}"/>
              </a:ext>
            </a:extLst>
          </p:cNvPr>
          <p:cNvSpPr>
            <a:spLocks xmlns:a="http://schemas.openxmlformats.org/drawingml/2006/main" noGrp="1"/>
          </p:cNvSpPr>
          <p:nvPr/>
        </p:nvSpPr>
        <p:spPr>
          <a:xfrm xmlns:a="http://schemas.openxmlformats.org/drawingml/2006/main">
            <a:off x="6858000" y="4495800"/>
            <a:ext cx="1952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7A2632"/>
                </a:solidFill>
                <a:latin typeface="Georgia"/>
                <a:ea typeface="Georgia"/>
                <a:cs typeface="Georgia"/>
              </a:defRPr>
            </a:pPr>
            <a:r>
              <a:rPr sz="1875" b="1" i="0">
                <a:solidFill>
                  <a:srgbClr val="7A2632"/>
                </a:solidFill>
                <a:latin typeface="Georgia"/>
                <a:ea typeface="Georgia"/>
                <a:cs typeface="Georgia"/>
              </a:rPr>
              <a:t>1881</a:t>
            </a:r>
          </a:p>
        </p:txBody>
      </p:sp>
      <p:sp>
        <p:nvSpPr>
          <p:cNvPr id="17" name="">
            <a:extLst xmlns:a="http://schemas.openxmlformats.org/drawingml/2006/main">
              <a:ext uri="{FF2B5EF4-FFF2-40B4-BE49-F238E27FC236}">
                <a16:creationId xmlns:a16="http://schemas.microsoft.com/office/drawing/2014/main" id="{77E017FD-51AD-40AC-BC26-AC516966BD24}"/>
              </a:ext>
            </a:extLst>
          </p:cNvPr>
          <p:cNvSpPr>
            <a:spLocks xmlns:a="http://schemas.openxmlformats.org/drawingml/2006/main" noGrp="1"/>
          </p:cNvSpPr>
          <p:nvPr/>
        </p:nvSpPr>
        <p:spPr>
          <a:xfrm xmlns:a="http://schemas.openxmlformats.org/drawingml/2006/main">
            <a:off x="8763000" y="45339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i="0">
                <a:solidFill>
                  <a:srgbClr val="27313D"/>
                </a:solidFill>
                <a:latin typeface="Aptos"/>
                <a:ea typeface="Aptos"/>
                <a:cs typeface="Aptos"/>
              </a:defRPr>
            </a:pPr>
            <a:r>
              <a:rPr sz="1425" b="0" i="0">
                <a:solidFill>
                  <a:srgbClr val="27313D"/>
                </a:solidFill>
                <a:latin typeface="Aptos"/>
                <a:ea typeface="Aptos"/>
                <a:cs typeface="Aptos"/>
              </a:rPr>
              <a:t>Dostoevsky dies</a:t>
            </a:r>
          </a:p>
        </p:txBody>
      </p:sp>
      <p:sp>
        <p:nvSpPr>
          <p:cNvPr id="18" name="">
            <a:extLst xmlns:a="http://schemas.openxmlformats.org/drawingml/2006/main">
              <a:ext uri="{FF2B5EF4-FFF2-40B4-BE49-F238E27FC236}">
                <a16:creationId xmlns:a16="http://schemas.microsoft.com/office/drawing/2014/main" id="{21062664-E955-404B-A8C4-C5ACF9EAA9F7}"/>
              </a:ext>
            </a:extLst>
          </p:cNvPr>
          <p:cNvSpPr>
            <a:spLocks xmlns:a="http://schemas.openxmlformats.org/drawingml/2006/main" noGrp="1"/>
          </p:cNvSpPr>
          <p:nvPr/>
        </p:nvSpPr>
        <p:spPr>
          <a:xfrm xmlns:a="http://schemas.openxmlformats.org/drawingml/2006/main">
            <a:off x="1143000" y="5524500"/>
            <a:ext cx="990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100" b="0" i="1">
                <a:solidFill>
                  <a:srgbClr val="7A2632"/>
                </a:solidFill>
                <a:latin typeface="Georgia"/>
                <a:ea typeface="Georgia"/>
                <a:cs typeface="Georgia"/>
              </a:defRPr>
            </a:pPr>
            <a:r>
              <a:rPr sz="2100" b="0" i="1">
                <a:solidFill>
                  <a:srgbClr val="7A2632"/>
                </a:solidFill>
                <a:latin typeface="Georgia"/>
                <a:ea typeface="Georgia"/>
                <a:cs typeface="Georgia"/>
              </a:rPr>
              <a:t>A lifetime of religious and political conflict enters the novel.</a:t>
            </a:r>
          </a:p>
        </p:txBody>
      </p:sp>
      <p:sp>
        <p:nvSpPr>
          <p:cNvPr id="19" name="">
            <a:extLst xmlns:a="http://schemas.openxmlformats.org/drawingml/2006/main">
              <a:ext uri="{FF2B5EF4-FFF2-40B4-BE49-F238E27FC236}">
                <a16:creationId xmlns:a16="http://schemas.microsoft.com/office/drawing/2014/main" id="{5990B956-A15A-431E-AC51-5070E49BD8CC}"/>
              </a:ext>
            </a:extLst>
          </p:cNvPr>
          <p:cNvSpPr>
            <a:spLocks xmlns:a="http://schemas.openxmlformats.org/drawingml/2006/main" noGrp="1"/>
          </p:cNvSpPr>
          <p:nvPr/>
        </p:nvSpPr>
        <p:spPr>
          <a:xfrm xmlns:a="http://schemas.openxmlformats.org/drawingml/2006/main">
            <a:off x="609600" y="6515100"/>
            <a:ext cx="3143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675" b="1" i="0">
                <a:solidFill>
                  <a:srgbClr val="7B746B"/>
                </a:solidFill>
                <a:latin typeface="Aptos"/>
                <a:ea typeface="Aptos"/>
                <a:cs typeface="Aptos"/>
              </a:defRPr>
            </a:pPr>
            <a:r>
              <a:rPr sz="675" b="1" i="0">
                <a:solidFill>
                  <a:srgbClr val="7B746B"/>
                </a:solidFill>
                <a:latin typeface="Aptos"/>
                <a:ea typeface="Aptos"/>
                <a:cs typeface="Aptos"/>
              </a:rPr>
              <a:t>THE BROTHERS KARAMAZOV</a:t>
            </a:r>
          </a:p>
        </p:txBody>
      </p:sp>
      <p:sp>
        <p:nvSpPr>
          <p:cNvPr id="20" name="">
            <a:extLst xmlns:a="http://schemas.openxmlformats.org/drawingml/2006/main">
              <a:ext uri="{FF2B5EF4-FFF2-40B4-BE49-F238E27FC236}">
                <a16:creationId xmlns:a16="http://schemas.microsoft.com/office/drawing/2014/main" id="{A176A06D-9778-4E41-9A81-1C2E3E9F49EC}"/>
              </a:ext>
            </a:extLst>
          </p:cNvPr>
          <p:cNvSpPr>
            <a:spLocks xmlns:a="http://schemas.openxmlformats.org/drawingml/2006/main" noGrp="1"/>
          </p:cNvSpPr>
          <p:nvPr/>
        </p:nvSpPr>
        <p:spPr>
          <a:xfrm xmlns:a="http://schemas.openxmlformats.org/drawingml/2006/main">
            <a:off x="11049000" y="6515100"/>
            <a:ext cx="533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675" b="1" i="0">
                <a:solidFill>
                  <a:srgbClr val="7B746B"/>
                </a:solidFill>
                <a:latin typeface="Aptos"/>
                <a:ea typeface="Aptos"/>
                <a:cs typeface="Aptos"/>
              </a:defRPr>
            </a:pPr>
            <a:r>
              <a:rPr sz="675" b="1" i="0">
                <a:solidFill>
                  <a:srgbClr val="7B746B"/>
                </a:solidFill>
                <a:latin typeface="Aptos"/>
                <a:ea typeface="Aptos"/>
                <a:cs typeface="Aptos"/>
              </a:rPr>
              <a:t>02</a:t>
            </a:r>
          </a:p>
        </p:txBody>
      </p:sp>
    </p:spTree>
    <p:extLst>
      <p:ext uri="{BB962C8B-B14F-4D97-AF65-F5344CB8AC3E}">
        <p14:creationId xmlns:p14="http://schemas.microsoft.com/office/powerpoint/2010/main" val="65467346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b83d0b702ad4e7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40972FF-9B65-4AFC-B8AC-E84D058299C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080A0E">
                  <a:alpha val="3000"/>
                </a:srgbClr>
              </a:gs>
              <a:gs pos="60000">
                <a:srgbClr val="080A0E">
                  <a:alpha val="5000"/>
                </a:srgbClr>
              </a:gs>
              <a:gs pos="100000">
                <a:srgbClr val="080A0E">
                  <a:alpha val="88000"/>
                </a:srgbClr>
              </a:gs>
            </a:gsLst>
            <a:lin ang="5400000"/>
          </a:gra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9E3EAC9-91E6-462E-8AEA-E33437E9E3FE}"/>
              </a:ext>
            </a:extLst>
          </p:cNvPr>
          <p:cNvSpPr>
            <a:spLocks xmlns:a="http://schemas.openxmlformats.org/drawingml/2006/main" noGrp="1"/>
          </p:cNvSpPr>
          <p:nvPr/>
        </p:nvSpPr>
        <p:spPr>
          <a:xfrm xmlns:a="http://schemas.openxmlformats.org/drawingml/2006/main">
            <a:off x="609600" y="361950"/>
            <a:ext cx="1257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C69A58"/>
                </a:solidFill>
                <a:latin typeface="Aptos"/>
                <a:ea typeface="Aptos"/>
                <a:cs typeface="Aptos"/>
              </a:defRPr>
            </a:pPr>
            <a:r>
              <a:rPr sz="900" b="1" i="0">
                <a:solidFill>
                  <a:srgbClr val="C69A58"/>
                </a:solidFill>
                <a:latin typeface="Aptos"/>
                <a:ea typeface="Aptos"/>
                <a:cs typeface="Aptos"/>
              </a:rPr>
              <a:t>SPEAKER 1</a:t>
            </a:r>
          </a:p>
        </p:txBody>
      </p:sp>
      <p:sp>
        <p:nvSpPr>
          <p:cNvPr id="4" name="">
            <a:extLst xmlns:a="http://schemas.openxmlformats.org/drawingml/2006/main">
              <a:ext uri="{FF2B5EF4-FFF2-40B4-BE49-F238E27FC236}">
                <a16:creationId xmlns:a16="http://schemas.microsoft.com/office/drawing/2014/main" id="{0F04C994-31CE-4B05-846E-397A454C65FE}"/>
              </a:ext>
            </a:extLst>
          </p:cNvPr>
          <p:cNvSpPr>
            <a:spLocks xmlns:a="http://schemas.openxmlformats.org/drawingml/2006/main" noGrp="1"/>
          </p:cNvSpPr>
          <p:nvPr/>
        </p:nvSpPr>
        <p:spPr>
          <a:xfrm xmlns:a="http://schemas.openxmlformats.org/drawingml/2006/main">
            <a:off x="1924050" y="36195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AAA59D"/>
                </a:solidFill>
                <a:latin typeface="Aptos"/>
                <a:ea typeface="Aptos"/>
                <a:cs typeface="Aptos"/>
              </a:defRPr>
            </a:pPr>
            <a:r>
              <a:rPr sz="900" b="1" i="0">
                <a:solidFill>
                  <a:srgbClr val="AAA59D"/>
                </a:solidFill>
                <a:latin typeface="Aptos"/>
                <a:ea typeface="Aptos"/>
                <a:cs typeface="Aptos"/>
              </a:rPr>
              <a:t>STORY I     0:45</a:t>
            </a:r>
          </a:p>
        </p:txBody>
      </p:sp>
      <p:sp>
        <p:nvSpPr>
          <p:cNvPr id="5" name="">
            <a:extLst xmlns:a="http://schemas.openxmlformats.org/drawingml/2006/main">
              <a:ext uri="{FF2B5EF4-FFF2-40B4-BE49-F238E27FC236}">
                <a16:creationId xmlns:a16="http://schemas.microsoft.com/office/drawing/2014/main" id="{637487E5-B2F1-4A93-8776-4BA73272C9A9}"/>
              </a:ext>
            </a:extLst>
          </p:cNvPr>
          <p:cNvSpPr>
            <a:spLocks xmlns:a="http://schemas.openxmlformats.org/drawingml/2006/main" noGrp="1"/>
          </p:cNvSpPr>
          <p:nvPr/>
        </p:nvSpPr>
        <p:spPr>
          <a:xfrm xmlns:a="http://schemas.openxmlformats.org/drawingml/2006/main">
            <a:off x="609600" y="76200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C69A58"/>
                </a:solidFill>
                <a:latin typeface="Aptos"/>
                <a:ea typeface="Aptos"/>
                <a:cs typeface="Aptos"/>
              </a:defRPr>
            </a:pPr>
            <a:r>
              <a:rPr sz="1050" b="1" i="0">
                <a:solidFill>
                  <a:srgbClr val="C69A58"/>
                </a:solidFill>
                <a:latin typeface="Aptos"/>
                <a:ea typeface="Aptos"/>
                <a:cs typeface="Aptos"/>
              </a:rPr>
              <a:t>THE FAMILY</a:t>
            </a:r>
          </a:p>
        </p:txBody>
      </p:sp>
      <p:sp>
        <p:nvSpPr>
          <p:cNvPr id="6" name="">
            <a:extLst xmlns:a="http://schemas.openxmlformats.org/drawingml/2006/main">
              <a:ext uri="{FF2B5EF4-FFF2-40B4-BE49-F238E27FC236}">
                <a16:creationId xmlns:a16="http://schemas.microsoft.com/office/drawing/2014/main" id="{180F6040-32FE-452C-B166-176FA996AB44}"/>
              </a:ext>
            </a:extLst>
          </p:cNvPr>
          <p:cNvSpPr>
            <a:spLocks xmlns:a="http://schemas.openxmlformats.org/drawingml/2006/main" noGrp="1"/>
          </p:cNvSpPr>
          <p:nvPr/>
        </p:nvSpPr>
        <p:spPr>
          <a:xfrm xmlns:a="http://schemas.openxmlformats.org/drawingml/2006/main">
            <a:off x="590550" y="52768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175" b="1" i="0">
                <a:solidFill>
                  <a:srgbClr val="F6F0E5"/>
                </a:solidFill>
                <a:latin typeface="Georgia"/>
                <a:ea typeface="Georgia"/>
                <a:cs typeface="Georgia"/>
              </a:defRPr>
            </a:pPr>
            <a:r>
              <a:rPr sz="2175" b="1" i="0">
                <a:solidFill>
                  <a:srgbClr val="F6F0E5"/>
                </a:solidFill>
                <a:latin typeface="Georgia"/>
                <a:ea typeface="Georgia"/>
                <a:cs typeface="Georgia"/>
              </a:rPr>
              <a:t>DMITRI</a:t>
            </a:r>
          </a:p>
        </p:txBody>
      </p:sp>
      <p:sp>
        <p:nvSpPr>
          <p:cNvPr id="7" name="">
            <a:extLst xmlns:a="http://schemas.openxmlformats.org/drawingml/2006/main">
              <a:ext uri="{FF2B5EF4-FFF2-40B4-BE49-F238E27FC236}">
                <a16:creationId xmlns:a16="http://schemas.microsoft.com/office/drawing/2014/main" id="{9B8BFD26-4C11-4762-AA2A-454715631885}"/>
              </a:ext>
            </a:extLst>
          </p:cNvPr>
          <p:cNvSpPr>
            <a:spLocks xmlns:a="http://schemas.openxmlformats.org/drawingml/2006/main" noGrp="1"/>
          </p:cNvSpPr>
          <p:nvPr/>
        </p:nvSpPr>
        <p:spPr>
          <a:xfrm xmlns:a="http://schemas.openxmlformats.org/drawingml/2006/main">
            <a:off x="590550" y="57150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i="0">
                <a:solidFill>
                  <a:srgbClr val="B35A45"/>
                </a:solidFill>
                <a:latin typeface="Aptos"/>
                <a:ea typeface="Aptos"/>
                <a:cs typeface="Aptos"/>
              </a:defRPr>
            </a:pPr>
            <a:r>
              <a:rPr sz="1050" b="1" i="0">
                <a:solidFill>
                  <a:srgbClr val="B35A45"/>
                </a:solidFill>
                <a:latin typeface="Aptos"/>
                <a:ea typeface="Aptos"/>
                <a:cs typeface="Aptos"/>
              </a:rPr>
              <a:t>eldest: passion</a:t>
            </a:r>
          </a:p>
        </p:txBody>
      </p:sp>
      <p:sp>
        <p:nvSpPr>
          <p:cNvPr id="8" name="">
            <a:extLst xmlns:a="http://schemas.openxmlformats.org/drawingml/2006/main">
              <a:ext uri="{FF2B5EF4-FFF2-40B4-BE49-F238E27FC236}">
                <a16:creationId xmlns:a16="http://schemas.microsoft.com/office/drawing/2014/main" id="{4080B3AA-B8D0-40D7-879A-930F6875F8FB}"/>
              </a:ext>
            </a:extLst>
          </p:cNvPr>
          <p:cNvSpPr>
            <a:spLocks xmlns:a="http://schemas.openxmlformats.org/drawingml/2006/main" noGrp="1"/>
          </p:cNvSpPr>
          <p:nvPr/>
        </p:nvSpPr>
        <p:spPr>
          <a:xfrm xmlns:a="http://schemas.openxmlformats.org/drawingml/2006/main">
            <a:off x="4495800" y="52768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175" b="1" i="0">
                <a:solidFill>
                  <a:srgbClr val="F6F0E5"/>
                </a:solidFill>
                <a:latin typeface="Georgia"/>
                <a:ea typeface="Georgia"/>
                <a:cs typeface="Georgia"/>
              </a:defRPr>
            </a:pPr>
            <a:r>
              <a:rPr sz="2175" b="1" i="0">
                <a:solidFill>
                  <a:srgbClr val="F6F0E5"/>
                </a:solidFill>
                <a:latin typeface="Georgia"/>
                <a:ea typeface="Georgia"/>
                <a:cs typeface="Georgia"/>
              </a:rPr>
              <a:t>IVAN</a:t>
            </a:r>
          </a:p>
        </p:txBody>
      </p:sp>
      <p:sp>
        <p:nvSpPr>
          <p:cNvPr id="9" name="">
            <a:extLst xmlns:a="http://schemas.openxmlformats.org/drawingml/2006/main">
              <a:ext uri="{FF2B5EF4-FFF2-40B4-BE49-F238E27FC236}">
                <a16:creationId xmlns:a16="http://schemas.microsoft.com/office/drawing/2014/main" id="{2D8C63B9-F8DA-40CF-935A-9E368A5B3BEE}"/>
              </a:ext>
            </a:extLst>
          </p:cNvPr>
          <p:cNvSpPr>
            <a:spLocks xmlns:a="http://schemas.openxmlformats.org/drawingml/2006/main" noGrp="1"/>
          </p:cNvSpPr>
          <p:nvPr/>
        </p:nvSpPr>
        <p:spPr>
          <a:xfrm xmlns:a="http://schemas.openxmlformats.org/drawingml/2006/main">
            <a:off x="4495800" y="57150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i="0">
                <a:solidFill>
                  <a:srgbClr val="9FB7C8"/>
                </a:solidFill>
                <a:latin typeface="Aptos"/>
                <a:ea typeface="Aptos"/>
                <a:cs typeface="Aptos"/>
              </a:defRPr>
            </a:pPr>
            <a:r>
              <a:rPr sz="1050" b="1" i="0">
                <a:solidFill>
                  <a:srgbClr val="9FB7C8"/>
                </a:solidFill>
                <a:latin typeface="Aptos"/>
                <a:ea typeface="Aptos"/>
                <a:cs typeface="Aptos"/>
              </a:rPr>
              <a:t>middle: intellect</a:t>
            </a:r>
          </a:p>
        </p:txBody>
      </p:sp>
      <p:sp>
        <p:nvSpPr>
          <p:cNvPr id="10" name="">
            <a:extLst xmlns:a="http://schemas.openxmlformats.org/drawingml/2006/main">
              <a:ext uri="{FF2B5EF4-FFF2-40B4-BE49-F238E27FC236}">
                <a16:creationId xmlns:a16="http://schemas.microsoft.com/office/drawing/2014/main" id="{BBBD5BA5-5C90-481D-8AB2-6B91F61C3109}"/>
              </a:ext>
            </a:extLst>
          </p:cNvPr>
          <p:cNvSpPr>
            <a:spLocks xmlns:a="http://schemas.openxmlformats.org/drawingml/2006/main" noGrp="1"/>
          </p:cNvSpPr>
          <p:nvPr/>
        </p:nvSpPr>
        <p:spPr>
          <a:xfrm xmlns:a="http://schemas.openxmlformats.org/drawingml/2006/main">
            <a:off x="8439150" y="52768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175" b="1" i="0">
                <a:solidFill>
                  <a:srgbClr val="F6F0E5"/>
                </a:solidFill>
                <a:latin typeface="Georgia"/>
                <a:ea typeface="Georgia"/>
                <a:cs typeface="Georgia"/>
              </a:defRPr>
            </a:pPr>
            <a:r>
              <a:rPr sz="2175" b="1" i="0">
                <a:solidFill>
                  <a:srgbClr val="F6F0E5"/>
                </a:solidFill>
                <a:latin typeface="Georgia"/>
                <a:ea typeface="Georgia"/>
                <a:cs typeface="Georgia"/>
              </a:rPr>
              <a:t>ALYOSHA</a:t>
            </a:r>
          </a:p>
        </p:txBody>
      </p:sp>
      <p:sp>
        <p:nvSpPr>
          <p:cNvPr id="11" name="">
            <a:extLst xmlns:a="http://schemas.openxmlformats.org/drawingml/2006/main">
              <a:ext uri="{FF2B5EF4-FFF2-40B4-BE49-F238E27FC236}">
                <a16:creationId xmlns:a16="http://schemas.microsoft.com/office/drawing/2014/main" id="{03D338E0-731F-40E9-8599-D6CFEF9E78D6}"/>
              </a:ext>
            </a:extLst>
          </p:cNvPr>
          <p:cNvSpPr>
            <a:spLocks xmlns:a="http://schemas.openxmlformats.org/drawingml/2006/main" noGrp="1"/>
          </p:cNvSpPr>
          <p:nvPr/>
        </p:nvSpPr>
        <p:spPr>
          <a:xfrm xmlns:a="http://schemas.openxmlformats.org/drawingml/2006/main">
            <a:off x="8439150" y="57150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i="0">
                <a:solidFill>
                  <a:srgbClr val="C69A58"/>
                </a:solidFill>
                <a:latin typeface="Aptos"/>
                <a:ea typeface="Aptos"/>
                <a:cs typeface="Aptos"/>
              </a:defRPr>
            </a:pPr>
            <a:r>
              <a:rPr sz="1050" b="1" i="0">
                <a:solidFill>
                  <a:srgbClr val="C69A58"/>
                </a:solidFill>
                <a:latin typeface="Aptos"/>
                <a:ea typeface="Aptos"/>
                <a:cs typeface="Aptos"/>
              </a:rPr>
              <a:t>youngest: faith</a:t>
            </a:r>
          </a:p>
        </p:txBody>
      </p:sp>
      <p:sp>
        <p:nvSpPr>
          <p:cNvPr id="12" name="">
            <a:extLst xmlns:a="http://schemas.openxmlformats.org/drawingml/2006/main">
              <a:ext uri="{FF2B5EF4-FFF2-40B4-BE49-F238E27FC236}">
                <a16:creationId xmlns:a16="http://schemas.microsoft.com/office/drawing/2014/main" id="{AE569118-6CC7-4B67-A621-8818E3A6D1BB}"/>
              </a:ext>
            </a:extLst>
          </p:cNvPr>
          <p:cNvSpPr>
            <a:spLocks xmlns:a="http://schemas.openxmlformats.org/drawingml/2006/main" noGrp="1"/>
          </p:cNvSpPr>
          <p:nvPr/>
        </p:nvSpPr>
        <p:spPr>
          <a:xfrm xmlns:a="http://schemas.openxmlformats.org/drawingml/2006/main">
            <a:off x="3390900" y="6172200"/>
            <a:ext cx="5410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E8DDC8"/>
                </a:solidFill>
                <a:latin typeface="Aptos"/>
                <a:ea typeface="Aptos"/>
                <a:cs typeface="Aptos"/>
              </a:defRPr>
            </a:pPr>
            <a:r>
              <a:rPr sz="1200" b="1" i="0">
                <a:solidFill>
                  <a:srgbClr val="E8DDC8"/>
                </a:solidFill>
                <a:latin typeface="Aptos"/>
                <a:ea typeface="Aptos"/>
                <a:cs typeface="Aptos"/>
              </a:rPr>
              <a:t>FYODOR PAVLOVICH: their neglectful father</a:t>
            </a:r>
          </a:p>
        </p:txBody>
      </p:sp>
    </p:spTree>
    <p:extLst>
      <p:ext uri="{BB962C8B-B14F-4D97-AF65-F5344CB8AC3E}">
        <p14:creationId xmlns:p14="http://schemas.microsoft.com/office/powerpoint/2010/main" val="107456924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80dcc846cc54b8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94B4DCC-57BB-4E3D-9672-3DF3FB865D1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080B10">
                  <a:alpha val="96000"/>
                </a:srgbClr>
              </a:gs>
              <a:gs pos="47000">
                <a:srgbClr val="080B10">
                  <a:alpha val="70000"/>
                </a:srgbClr>
              </a:gs>
              <a:gs pos="100000">
                <a:srgbClr val="080B10">
                  <a:alpha val="5000"/>
                </a:srgbClr>
              </a:gs>
            </a:gsLst>
            <a:lin ang="0"/>
          </a:gra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16E7FAA-1B38-4BF8-B59A-F54D3224F04B}"/>
              </a:ext>
            </a:extLst>
          </p:cNvPr>
          <p:cNvSpPr>
            <a:spLocks xmlns:a="http://schemas.openxmlformats.org/drawingml/2006/main" noGrp="1"/>
          </p:cNvSpPr>
          <p:nvPr/>
        </p:nvSpPr>
        <p:spPr>
          <a:xfrm xmlns:a="http://schemas.openxmlformats.org/drawingml/2006/main">
            <a:off x="609600" y="361950"/>
            <a:ext cx="1257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C69A58"/>
                </a:solidFill>
                <a:latin typeface="Aptos"/>
                <a:ea typeface="Aptos"/>
                <a:cs typeface="Aptos"/>
              </a:defRPr>
            </a:pPr>
            <a:r>
              <a:rPr sz="900" b="1" i="0">
                <a:solidFill>
                  <a:srgbClr val="C69A58"/>
                </a:solidFill>
                <a:latin typeface="Aptos"/>
                <a:ea typeface="Aptos"/>
                <a:cs typeface="Aptos"/>
              </a:rPr>
              <a:t>SPEAKER 1</a:t>
            </a:r>
          </a:p>
        </p:txBody>
      </p:sp>
      <p:sp>
        <p:nvSpPr>
          <p:cNvPr id="4" name="">
            <a:extLst xmlns:a="http://schemas.openxmlformats.org/drawingml/2006/main">
              <a:ext uri="{FF2B5EF4-FFF2-40B4-BE49-F238E27FC236}">
                <a16:creationId xmlns:a16="http://schemas.microsoft.com/office/drawing/2014/main" id="{524D34FC-BD56-4F0F-B960-C2531E59AA33}"/>
              </a:ext>
            </a:extLst>
          </p:cNvPr>
          <p:cNvSpPr>
            <a:spLocks xmlns:a="http://schemas.openxmlformats.org/drawingml/2006/main" noGrp="1"/>
          </p:cNvSpPr>
          <p:nvPr/>
        </p:nvSpPr>
        <p:spPr>
          <a:xfrm xmlns:a="http://schemas.openxmlformats.org/drawingml/2006/main">
            <a:off x="1924050" y="36195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AAA59D"/>
                </a:solidFill>
                <a:latin typeface="Aptos"/>
                <a:ea typeface="Aptos"/>
                <a:cs typeface="Aptos"/>
              </a:defRPr>
            </a:pPr>
            <a:r>
              <a:rPr sz="900" b="1" i="0">
                <a:solidFill>
                  <a:srgbClr val="AAA59D"/>
                </a:solidFill>
                <a:latin typeface="Aptos"/>
                <a:ea typeface="Aptos"/>
                <a:cs typeface="Aptos"/>
              </a:rPr>
              <a:t>STORY I     0:55</a:t>
            </a:r>
          </a:p>
        </p:txBody>
      </p:sp>
      <p:sp>
        <p:nvSpPr>
          <p:cNvPr id="5" name="">
            <a:extLst xmlns:a="http://schemas.openxmlformats.org/drawingml/2006/main">
              <a:ext uri="{FF2B5EF4-FFF2-40B4-BE49-F238E27FC236}">
                <a16:creationId xmlns:a16="http://schemas.microsoft.com/office/drawing/2014/main" id="{1E56456E-3C23-4497-8C8C-5515A6FFD702}"/>
              </a:ext>
            </a:extLst>
          </p:cNvPr>
          <p:cNvSpPr>
            <a:spLocks xmlns:a="http://schemas.openxmlformats.org/drawingml/2006/main" noGrp="1"/>
          </p:cNvSpPr>
          <p:nvPr/>
        </p:nvSpPr>
        <p:spPr>
          <a:xfrm xmlns:a="http://schemas.openxmlformats.org/drawingml/2006/main">
            <a:off x="609600" y="762000"/>
            <a:ext cx="5010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C69A58"/>
                </a:solidFill>
                <a:latin typeface="Aptos"/>
                <a:ea typeface="Aptos"/>
                <a:cs typeface="Aptos"/>
              </a:defRPr>
            </a:pPr>
            <a:r>
              <a:rPr sz="1050" b="1" i="0">
                <a:solidFill>
                  <a:srgbClr val="C69A58"/>
                </a:solidFill>
                <a:latin typeface="Aptos"/>
                <a:ea typeface="Aptos"/>
                <a:cs typeface="Aptos"/>
              </a:rPr>
              <a:t>THE MONASTERY MEETING</a:t>
            </a:r>
          </a:p>
        </p:txBody>
      </p:sp>
      <p:sp>
        <p:nvSpPr>
          <p:cNvPr id="6" name="">
            <a:extLst xmlns:a="http://schemas.openxmlformats.org/drawingml/2006/main">
              <a:ext uri="{FF2B5EF4-FFF2-40B4-BE49-F238E27FC236}">
                <a16:creationId xmlns:a16="http://schemas.microsoft.com/office/drawing/2014/main" id="{612105B5-C3D0-4F53-95F8-B062AC2B3520}"/>
              </a:ext>
            </a:extLst>
          </p:cNvPr>
          <p:cNvSpPr>
            <a:spLocks xmlns:a="http://schemas.openxmlformats.org/drawingml/2006/main" noGrp="1"/>
          </p:cNvSpPr>
          <p:nvPr/>
        </p:nvSpPr>
        <p:spPr>
          <a:xfrm xmlns:a="http://schemas.openxmlformats.org/drawingml/2006/main">
            <a:off x="609600" y="1352550"/>
            <a:ext cx="4953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300" b="1" i="0">
                <a:solidFill>
                  <a:srgbClr val="F6F0E5"/>
                </a:solidFill>
                <a:latin typeface="Georgia"/>
                <a:ea typeface="Georgia"/>
                <a:cs typeface="Georgia"/>
              </a:defRPr>
            </a:pPr>
            <a:r>
              <a:rPr sz="3300" b="1" i="0">
                <a:solidFill>
                  <a:srgbClr val="F6F0E5"/>
                </a:solidFill>
                <a:latin typeface="Georgia"/>
                <a:ea typeface="Georgia"/>
                <a:cs typeface="Georgia"/>
              </a:rPr>
              <a:t>A family dispute</a:t>
            </a:r>
          </a:p>
          <a:p xmlns:a="http://schemas.openxmlformats.org/drawingml/2006/main">
            <a:pPr algn="l">
              <a:lnSpc>
                <a:spcPct val="94000"/>
              </a:lnSpc>
              <a:buNone/>
              <a:defRPr sz="3300" b="1" i="0">
                <a:solidFill>
                  <a:srgbClr val="F6F0E5"/>
                </a:solidFill>
                <a:latin typeface="Georgia"/>
                <a:ea typeface="Georgia"/>
                <a:cs typeface="Georgia"/>
              </a:defRPr>
            </a:pPr>
            <a:r>
              <a:rPr sz="3300" b="1" i="0">
                <a:solidFill>
                  <a:srgbClr val="F6F0E5"/>
                </a:solidFill>
                <a:latin typeface="Georgia"/>
                <a:ea typeface="Georgia"/>
                <a:cs typeface="Georgia"/>
              </a:rPr>
              <a:t>becomes a public scandal</a:t>
            </a:r>
          </a:p>
        </p:txBody>
      </p:sp>
      <p:sp>
        <p:nvSpPr>
          <p:cNvPr id="7" name="">
            <a:extLst xmlns:a="http://schemas.openxmlformats.org/drawingml/2006/main">
              <a:ext uri="{FF2B5EF4-FFF2-40B4-BE49-F238E27FC236}">
                <a16:creationId xmlns:a16="http://schemas.microsoft.com/office/drawing/2014/main" id="{7E2D04ED-82BE-4739-BA11-B1CC56C78F0E}"/>
              </a:ext>
            </a:extLst>
          </p:cNvPr>
          <p:cNvSpPr>
            <a:spLocks xmlns:a="http://schemas.openxmlformats.org/drawingml/2006/main" noGrp="1"/>
          </p:cNvSpPr>
          <p:nvPr/>
        </p:nvSpPr>
        <p:spPr>
          <a:xfrm xmlns:a="http://schemas.openxmlformats.org/drawingml/2006/main">
            <a:off x="647700" y="3314700"/>
            <a:ext cx="476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725" b="0" i="0">
                <a:solidFill>
                  <a:srgbClr val="E8DDC8"/>
                </a:solidFill>
                <a:latin typeface="Aptos"/>
                <a:ea typeface="Aptos"/>
                <a:cs typeface="Aptos"/>
              </a:defRPr>
            </a:pPr>
            <a:r>
              <a:rPr sz="1725" b="0" i="0">
                <a:solidFill>
                  <a:srgbClr val="E8DDC8"/>
                </a:solidFill>
                <a:latin typeface="Aptos"/>
                <a:ea typeface="Aptos"/>
                <a:cs typeface="Aptos"/>
              </a:rPr>
              <a:t>Dmitri demands his inheritance. Fyodor mocks everyone. Zosima senses approaching tragedy.</a:t>
            </a:r>
          </a:p>
        </p:txBody>
      </p:sp>
      <p:sp>
        <p:nvSpPr>
          <p:cNvPr id="8" name="">
            <a:extLst xmlns:a="http://schemas.openxmlformats.org/drawingml/2006/main">
              <a:ext uri="{FF2B5EF4-FFF2-40B4-BE49-F238E27FC236}">
                <a16:creationId xmlns:a16="http://schemas.microsoft.com/office/drawing/2014/main" id="{C03539A4-E20B-4BE4-B3BB-1D20ACC440E2}"/>
              </a:ext>
            </a:extLst>
          </p:cNvPr>
          <p:cNvSpPr>
            <a:spLocks xmlns:a="http://schemas.openxmlformats.org/drawingml/2006/main" noGrp="1"/>
          </p:cNvSpPr>
          <p:nvPr/>
        </p:nvSpPr>
        <p:spPr>
          <a:xfrm xmlns:a="http://schemas.openxmlformats.org/drawingml/2006/main">
            <a:off x="609600" y="6515100"/>
            <a:ext cx="3143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675" b="1" i="0">
                <a:solidFill>
                  <a:srgbClr val="707B87"/>
                </a:solidFill>
                <a:latin typeface="Aptos"/>
                <a:ea typeface="Aptos"/>
                <a:cs typeface="Aptos"/>
              </a:defRPr>
            </a:pPr>
            <a:r>
              <a:rPr sz="675" b="1" i="0">
                <a:solidFill>
                  <a:srgbClr val="707B87"/>
                </a:solidFill>
                <a:latin typeface="Aptos"/>
                <a:ea typeface="Aptos"/>
                <a:cs typeface="Aptos"/>
              </a:rPr>
              <a:t>THE BROTHERS KARAMAZOV</a:t>
            </a:r>
          </a:p>
        </p:txBody>
      </p:sp>
      <p:sp>
        <p:nvSpPr>
          <p:cNvPr id="9" name="">
            <a:extLst xmlns:a="http://schemas.openxmlformats.org/drawingml/2006/main">
              <a:ext uri="{FF2B5EF4-FFF2-40B4-BE49-F238E27FC236}">
                <a16:creationId xmlns:a16="http://schemas.microsoft.com/office/drawing/2014/main" id="{7A110FFD-B14D-4484-8CC7-212F8BEFA5E8}"/>
              </a:ext>
            </a:extLst>
          </p:cNvPr>
          <p:cNvSpPr>
            <a:spLocks xmlns:a="http://schemas.openxmlformats.org/drawingml/2006/main" noGrp="1"/>
          </p:cNvSpPr>
          <p:nvPr/>
        </p:nvSpPr>
        <p:spPr>
          <a:xfrm xmlns:a="http://schemas.openxmlformats.org/drawingml/2006/main">
            <a:off x="11049000" y="6515100"/>
            <a:ext cx="533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675" b="1" i="0">
                <a:solidFill>
                  <a:srgbClr val="707B87"/>
                </a:solidFill>
                <a:latin typeface="Aptos"/>
                <a:ea typeface="Aptos"/>
                <a:cs typeface="Aptos"/>
              </a:defRPr>
            </a:pPr>
            <a:r>
              <a:rPr sz="675" b="1" i="0">
                <a:solidFill>
                  <a:srgbClr val="707B87"/>
                </a:solidFill>
                <a:latin typeface="Aptos"/>
                <a:ea typeface="Aptos"/>
                <a:cs typeface="Aptos"/>
              </a:rPr>
              <a:t>04</a:t>
            </a:r>
          </a:p>
        </p:txBody>
      </p:sp>
    </p:spTree>
    <p:extLst>
      <p:ext uri="{BB962C8B-B14F-4D97-AF65-F5344CB8AC3E}">
        <p14:creationId xmlns:p14="http://schemas.microsoft.com/office/powerpoint/2010/main" val="14972899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3cd2093792140c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5D21500-2869-435B-BE96-BE89338EECA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080B10">
                  <a:alpha val="5000"/>
                </a:srgbClr>
              </a:gs>
              <a:gs pos="53000">
                <a:srgbClr val="080B10">
                  <a:alpha val="70000"/>
                </a:srgbClr>
              </a:gs>
              <a:gs pos="100000">
                <a:srgbClr val="080B10">
                  <a:alpha val="96000"/>
                </a:srgbClr>
              </a:gs>
            </a:gsLst>
            <a:lin ang="10800000"/>
          </a:gra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BB22D3A-00FF-4EFB-8595-567255ED71FA}"/>
              </a:ext>
            </a:extLst>
          </p:cNvPr>
          <p:cNvSpPr>
            <a:spLocks xmlns:a="http://schemas.openxmlformats.org/drawingml/2006/main" noGrp="1"/>
          </p:cNvSpPr>
          <p:nvPr/>
        </p:nvSpPr>
        <p:spPr>
          <a:xfrm xmlns:a="http://schemas.openxmlformats.org/drawingml/2006/main">
            <a:off x="609600" y="361950"/>
            <a:ext cx="1257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B35A45"/>
                </a:solidFill>
                <a:latin typeface="Aptos"/>
                <a:ea typeface="Aptos"/>
                <a:cs typeface="Aptos"/>
              </a:defRPr>
            </a:pPr>
            <a:r>
              <a:rPr sz="900" b="1" i="0">
                <a:solidFill>
                  <a:srgbClr val="B35A45"/>
                </a:solidFill>
                <a:latin typeface="Aptos"/>
                <a:ea typeface="Aptos"/>
                <a:cs typeface="Aptos"/>
              </a:rPr>
              <a:t>SPEAKER 2</a:t>
            </a:r>
          </a:p>
        </p:txBody>
      </p:sp>
      <p:sp>
        <p:nvSpPr>
          <p:cNvPr id="4" name="">
            <a:extLst xmlns:a="http://schemas.openxmlformats.org/drawingml/2006/main">
              <a:ext uri="{FF2B5EF4-FFF2-40B4-BE49-F238E27FC236}">
                <a16:creationId xmlns:a16="http://schemas.microsoft.com/office/drawing/2014/main" id="{E5AC1EA1-3B4D-40AF-8F06-0C5C68BAE50D}"/>
              </a:ext>
            </a:extLst>
          </p:cNvPr>
          <p:cNvSpPr>
            <a:spLocks xmlns:a="http://schemas.openxmlformats.org/drawingml/2006/main" noGrp="1"/>
          </p:cNvSpPr>
          <p:nvPr/>
        </p:nvSpPr>
        <p:spPr>
          <a:xfrm xmlns:a="http://schemas.openxmlformats.org/drawingml/2006/main">
            <a:off x="1924050" y="36195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AAA59D"/>
                </a:solidFill>
                <a:latin typeface="Aptos"/>
                <a:ea typeface="Aptos"/>
                <a:cs typeface="Aptos"/>
              </a:defRPr>
            </a:pPr>
            <a:r>
              <a:rPr sz="900" b="1" i="0">
                <a:solidFill>
                  <a:srgbClr val="AAA59D"/>
                </a:solidFill>
                <a:latin typeface="Aptos"/>
                <a:ea typeface="Aptos"/>
                <a:cs typeface="Aptos"/>
              </a:rPr>
              <a:t>STORY II     0:55</a:t>
            </a:r>
          </a:p>
        </p:txBody>
      </p:sp>
      <p:sp>
        <p:nvSpPr>
          <p:cNvPr id="5" name="">
            <a:extLst xmlns:a="http://schemas.openxmlformats.org/drawingml/2006/main">
              <a:ext uri="{FF2B5EF4-FFF2-40B4-BE49-F238E27FC236}">
                <a16:creationId xmlns:a16="http://schemas.microsoft.com/office/drawing/2014/main" id="{59B94F3E-7EA9-4D3B-B4C1-E7627FD9682A}"/>
              </a:ext>
            </a:extLst>
          </p:cNvPr>
          <p:cNvSpPr>
            <a:spLocks xmlns:a="http://schemas.openxmlformats.org/drawingml/2006/main" noGrp="1"/>
          </p:cNvSpPr>
          <p:nvPr/>
        </p:nvSpPr>
        <p:spPr>
          <a:xfrm xmlns:a="http://schemas.openxmlformats.org/drawingml/2006/main">
            <a:off x="6572250" y="762000"/>
            <a:ext cx="5010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B35A45"/>
                </a:solidFill>
                <a:latin typeface="Aptos"/>
                <a:ea typeface="Aptos"/>
                <a:cs typeface="Aptos"/>
              </a:defRPr>
            </a:pPr>
            <a:r>
              <a:rPr sz="1050" b="1" i="0">
                <a:solidFill>
                  <a:srgbClr val="B35A45"/>
                </a:solidFill>
                <a:latin typeface="Aptos"/>
                <a:ea typeface="Aptos"/>
                <a:cs typeface="Aptos"/>
              </a:rPr>
              <a:t>DMITRI'S CRISIS</a:t>
            </a:r>
          </a:p>
        </p:txBody>
      </p:sp>
      <p:sp>
        <p:nvSpPr>
          <p:cNvPr id="6" name="">
            <a:extLst xmlns:a="http://schemas.openxmlformats.org/drawingml/2006/main">
              <a:ext uri="{FF2B5EF4-FFF2-40B4-BE49-F238E27FC236}">
                <a16:creationId xmlns:a16="http://schemas.microsoft.com/office/drawing/2014/main" id="{2ADE65DF-AFBF-421E-8706-69DE2BCC2087}"/>
              </a:ext>
            </a:extLst>
          </p:cNvPr>
          <p:cNvSpPr>
            <a:spLocks xmlns:a="http://schemas.openxmlformats.org/drawingml/2006/main" noGrp="1"/>
          </p:cNvSpPr>
          <p:nvPr/>
        </p:nvSpPr>
        <p:spPr>
          <a:xfrm xmlns:a="http://schemas.openxmlformats.org/drawingml/2006/main">
            <a:off x="6572250" y="1352550"/>
            <a:ext cx="4953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300" b="1" i="0">
                <a:solidFill>
                  <a:srgbClr val="F6F0E5"/>
                </a:solidFill>
                <a:latin typeface="Georgia"/>
                <a:ea typeface="Georgia"/>
                <a:cs typeface="Georgia"/>
              </a:defRPr>
            </a:pPr>
            <a:r>
              <a:rPr sz="3300" b="1" i="0">
                <a:solidFill>
                  <a:srgbClr val="F6F0E5"/>
                </a:solidFill>
                <a:latin typeface="Georgia"/>
                <a:ea typeface="Georgia"/>
                <a:cs typeface="Georgia"/>
              </a:rPr>
              <a:t>Money, jealousy,</a:t>
            </a:r>
          </a:p>
          <a:p xmlns:a="http://schemas.openxmlformats.org/drawingml/2006/main">
            <a:pPr algn="l">
              <a:lnSpc>
                <a:spcPct val="94000"/>
              </a:lnSpc>
              <a:buNone/>
              <a:defRPr sz="3300" b="1" i="0">
                <a:solidFill>
                  <a:srgbClr val="F6F0E5"/>
                </a:solidFill>
                <a:latin typeface="Georgia"/>
                <a:ea typeface="Georgia"/>
                <a:cs typeface="Georgia"/>
              </a:defRPr>
            </a:pPr>
            <a:r>
              <a:rPr sz="3300" b="1" i="0">
                <a:solidFill>
                  <a:srgbClr val="F6F0E5"/>
                </a:solidFill>
                <a:latin typeface="Georgia"/>
                <a:ea typeface="Georgia"/>
                <a:cs typeface="Georgia"/>
              </a:rPr>
              <a:t>and a desperate promise</a:t>
            </a:r>
          </a:p>
        </p:txBody>
      </p:sp>
      <p:sp>
        <p:nvSpPr>
          <p:cNvPr id="7" name="">
            <a:extLst xmlns:a="http://schemas.openxmlformats.org/drawingml/2006/main">
              <a:ext uri="{FF2B5EF4-FFF2-40B4-BE49-F238E27FC236}">
                <a16:creationId xmlns:a16="http://schemas.microsoft.com/office/drawing/2014/main" id="{A1734858-99D6-46C4-9038-847319ABBC3B}"/>
              </a:ext>
            </a:extLst>
          </p:cNvPr>
          <p:cNvSpPr>
            <a:spLocks xmlns:a="http://schemas.openxmlformats.org/drawingml/2006/main" noGrp="1"/>
          </p:cNvSpPr>
          <p:nvPr/>
        </p:nvSpPr>
        <p:spPr>
          <a:xfrm xmlns:a="http://schemas.openxmlformats.org/drawingml/2006/main">
            <a:off x="6610350" y="3314700"/>
            <a:ext cx="476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725" b="0" i="0">
                <a:solidFill>
                  <a:srgbClr val="E8DDC8"/>
                </a:solidFill>
                <a:latin typeface="Aptos"/>
                <a:ea typeface="Aptos"/>
                <a:cs typeface="Aptos"/>
              </a:defRPr>
            </a:pPr>
            <a:r>
              <a:rPr sz="1725" b="0" i="0">
                <a:solidFill>
                  <a:srgbClr val="E8DDC8"/>
                </a:solidFill>
                <a:latin typeface="Aptos"/>
                <a:ea typeface="Aptos"/>
                <a:cs typeface="Aptos"/>
              </a:rPr>
              <a:t>He needs 3,000 roubles and fears Grushenka will choose his father.</a:t>
            </a:r>
          </a:p>
        </p:txBody>
      </p:sp>
      <p:sp>
        <p:nvSpPr>
          <p:cNvPr id="8" name="">
            <a:extLst xmlns:a="http://schemas.openxmlformats.org/drawingml/2006/main">
              <a:ext uri="{FF2B5EF4-FFF2-40B4-BE49-F238E27FC236}">
                <a16:creationId xmlns:a16="http://schemas.microsoft.com/office/drawing/2014/main" id="{C9A1D27A-F23C-4C7E-AC4A-04D1F68BF176}"/>
              </a:ext>
            </a:extLst>
          </p:cNvPr>
          <p:cNvSpPr>
            <a:spLocks xmlns:a="http://schemas.openxmlformats.org/drawingml/2006/main" noGrp="1"/>
          </p:cNvSpPr>
          <p:nvPr/>
        </p:nvSpPr>
        <p:spPr>
          <a:xfrm xmlns:a="http://schemas.openxmlformats.org/drawingml/2006/main">
            <a:off x="609600" y="6515100"/>
            <a:ext cx="3143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675" b="1" i="0">
                <a:solidFill>
                  <a:srgbClr val="707B87"/>
                </a:solidFill>
                <a:latin typeface="Aptos"/>
                <a:ea typeface="Aptos"/>
                <a:cs typeface="Aptos"/>
              </a:defRPr>
            </a:pPr>
            <a:r>
              <a:rPr sz="675" b="1" i="0">
                <a:solidFill>
                  <a:srgbClr val="707B87"/>
                </a:solidFill>
                <a:latin typeface="Aptos"/>
                <a:ea typeface="Aptos"/>
                <a:cs typeface="Aptos"/>
              </a:rPr>
              <a:t>THE BROTHERS KARAMAZOV</a:t>
            </a:r>
          </a:p>
        </p:txBody>
      </p:sp>
      <p:sp>
        <p:nvSpPr>
          <p:cNvPr id="9" name="">
            <a:extLst xmlns:a="http://schemas.openxmlformats.org/drawingml/2006/main">
              <a:ext uri="{FF2B5EF4-FFF2-40B4-BE49-F238E27FC236}">
                <a16:creationId xmlns:a16="http://schemas.microsoft.com/office/drawing/2014/main" id="{F220BB51-5771-4391-9950-7DDA9BA274A8}"/>
              </a:ext>
            </a:extLst>
          </p:cNvPr>
          <p:cNvSpPr>
            <a:spLocks xmlns:a="http://schemas.openxmlformats.org/drawingml/2006/main" noGrp="1"/>
          </p:cNvSpPr>
          <p:nvPr/>
        </p:nvSpPr>
        <p:spPr>
          <a:xfrm xmlns:a="http://schemas.openxmlformats.org/drawingml/2006/main">
            <a:off x="11049000" y="6515100"/>
            <a:ext cx="533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675" b="1" i="0">
                <a:solidFill>
                  <a:srgbClr val="707B87"/>
                </a:solidFill>
                <a:latin typeface="Aptos"/>
                <a:ea typeface="Aptos"/>
                <a:cs typeface="Aptos"/>
              </a:defRPr>
            </a:pPr>
            <a:r>
              <a:rPr sz="675" b="1" i="0">
                <a:solidFill>
                  <a:srgbClr val="707B87"/>
                </a:solidFill>
                <a:latin typeface="Aptos"/>
                <a:ea typeface="Aptos"/>
                <a:cs typeface="Aptos"/>
              </a:rPr>
              <a:t>05</a:t>
            </a:r>
          </a:p>
        </p:txBody>
      </p:sp>
    </p:spTree>
    <p:extLst>
      <p:ext uri="{BB962C8B-B14F-4D97-AF65-F5344CB8AC3E}">
        <p14:creationId xmlns:p14="http://schemas.microsoft.com/office/powerpoint/2010/main" val="1755072320"/>
      </p:ext>
    </p:extLst>
  </p:cSld>
</p:sld>
</file>

<file path=ppt/slides/slide6.xml><?xml version="1.0" encoding="utf-8"?>
<p:sld xmlns:p="http://schemas.openxmlformats.org/presentationml/2006/main">
  <p:cSld>
    <p:bg>
      <p:bgPr>
        <a:solidFill xmlns:a="http://schemas.openxmlformats.org/drawingml/2006/main">
          <a:srgbClr val="10172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E25683A-E821-490F-9998-3F02AFA29C30}"/>
              </a:ext>
            </a:extLst>
          </p:cNvPr>
          <p:cNvSpPr>
            <a:spLocks xmlns:a="http://schemas.openxmlformats.org/drawingml/2006/main" noGrp="1"/>
          </p:cNvSpPr>
          <p:nvPr/>
        </p:nvSpPr>
        <p:spPr>
          <a:xfrm xmlns:a="http://schemas.openxmlformats.org/drawingml/2006/main">
            <a:off x="609600" y="361950"/>
            <a:ext cx="1257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B35A45"/>
                </a:solidFill>
                <a:latin typeface="Aptos"/>
                <a:ea typeface="Aptos"/>
                <a:cs typeface="Aptos"/>
              </a:defRPr>
            </a:pPr>
            <a:r>
              <a:rPr sz="900" b="1" i="0">
                <a:solidFill>
                  <a:srgbClr val="B35A45"/>
                </a:solidFill>
                <a:latin typeface="Aptos"/>
                <a:ea typeface="Aptos"/>
                <a:cs typeface="Aptos"/>
              </a:rPr>
              <a:t>SPEAKER 2</a:t>
            </a:r>
          </a:p>
        </p:txBody>
      </p:sp>
      <p:sp>
        <p:nvSpPr>
          <p:cNvPr id="2" name="">
            <a:extLst xmlns:a="http://schemas.openxmlformats.org/drawingml/2006/main">
              <a:ext uri="{FF2B5EF4-FFF2-40B4-BE49-F238E27FC236}">
                <a16:creationId xmlns:a16="http://schemas.microsoft.com/office/drawing/2014/main" id="{9B37F6B8-B06C-47A2-BE33-4588F753BA91}"/>
              </a:ext>
            </a:extLst>
          </p:cNvPr>
          <p:cNvSpPr>
            <a:spLocks xmlns:a="http://schemas.openxmlformats.org/drawingml/2006/main" noGrp="1"/>
          </p:cNvSpPr>
          <p:nvPr/>
        </p:nvSpPr>
        <p:spPr>
          <a:xfrm xmlns:a="http://schemas.openxmlformats.org/drawingml/2006/main">
            <a:off x="1924050" y="36195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AAA59D"/>
                </a:solidFill>
                <a:latin typeface="Aptos"/>
                <a:ea typeface="Aptos"/>
                <a:cs typeface="Aptos"/>
              </a:defRPr>
            </a:pPr>
            <a:r>
              <a:rPr sz="900" b="1" i="0">
                <a:solidFill>
                  <a:srgbClr val="AAA59D"/>
                </a:solidFill>
                <a:latin typeface="Aptos"/>
                <a:ea typeface="Aptos"/>
                <a:cs typeface="Aptos"/>
              </a:rPr>
              <a:t>STORY II     0:50</a:t>
            </a:r>
          </a:p>
        </p:txBody>
      </p:sp>
      <p:sp>
        <p:nvSpPr>
          <p:cNvPr id="3" name="">
            <a:extLst xmlns:a="http://schemas.openxmlformats.org/drawingml/2006/main">
              <a:ext uri="{FF2B5EF4-FFF2-40B4-BE49-F238E27FC236}">
                <a16:creationId xmlns:a16="http://schemas.microsoft.com/office/drawing/2014/main" id="{65A7800A-40B2-4CA5-B10A-58C27BAA779E}"/>
              </a:ext>
            </a:extLst>
          </p:cNvPr>
          <p:cNvSpPr>
            <a:spLocks xmlns:a="http://schemas.openxmlformats.org/drawingml/2006/main" noGrp="1"/>
          </p:cNvSpPr>
          <p:nvPr/>
        </p:nvSpPr>
        <p:spPr>
          <a:xfrm xmlns:a="http://schemas.openxmlformats.org/drawingml/2006/main">
            <a:off x="609600" y="72390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75" b="1" i="0">
                <a:solidFill>
                  <a:srgbClr val="F6F0E5"/>
                </a:solidFill>
                <a:latin typeface="Georgia"/>
                <a:ea typeface="Georgia"/>
                <a:cs typeface="Georgia"/>
              </a:defRPr>
            </a:pPr>
            <a:r>
              <a:rPr sz="2775" b="1" i="0">
                <a:solidFill>
                  <a:srgbClr val="F6F0E5"/>
                </a:solidFill>
                <a:latin typeface="Georgia"/>
                <a:ea typeface="Georgia"/>
                <a:cs typeface="Georgia"/>
              </a:rPr>
              <a:t>Ivan leaves town</a:t>
            </a:r>
          </a:p>
        </p:txBody>
      </p:sp>
      <p:sp>
        <p:nvSpPr>
          <p:cNvPr id="4" name="">
            <a:extLst xmlns:a="http://schemas.openxmlformats.org/drawingml/2006/main">
              <a:ext uri="{FF2B5EF4-FFF2-40B4-BE49-F238E27FC236}">
                <a16:creationId xmlns:a16="http://schemas.microsoft.com/office/drawing/2014/main" id="{E4FD2A2C-3AF0-47A1-AB57-C039BA5FEE09}"/>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35404D"/>
            </a:solidFill>
            <a:prstDash val="solid"/>
          </a:ln>
        </p:spPr>
      </p:sp>
      <p:sp>
        <p:nvSpPr>
          <p:cNvPr id="5" name="">
            <a:extLst xmlns:a="http://schemas.openxmlformats.org/drawingml/2006/main">
              <a:ext uri="{FF2B5EF4-FFF2-40B4-BE49-F238E27FC236}">
                <a16:creationId xmlns:a16="http://schemas.microsoft.com/office/drawing/2014/main" id="{90F57F33-1827-45BD-9CDD-87DA85C00D2B}"/>
              </a:ext>
            </a:extLst>
          </p:cNvPr>
          <p:cNvSpPr>
            <a:spLocks xmlns:a="http://schemas.openxmlformats.org/drawingml/2006/main" noGrp="1"/>
          </p:cNvSpPr>
          <p:nvPr/>
        </p:nvSpPr>
        <p:spPr>
          <a:xfrm xmlns:a="http://schemas.openxmlformats.org/drawingml/2006/main">
            <a:off x="11049000" y="390525"/>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07B87"/>
                </a:solidFill>
                <a:latin typeface="Aptos"/>
                <a:ea typeface="Aptos"/>
                <a:cs typeface="Aptos"/>
              </a:defRPr>
            </a:pPr>
            <a:r>
              <a:rPr sz="750" b="1" i="0">
                <a:solidFill>
                  <a:srgbClr val="707B87"/>
                </a:solidFill>
                <a:latin typeface="Aptos"/>
                <a:ea typeface="Aptos"/>
                <a:cs typeface="Aptos"/>
              </a:rPr>
              <a:t>06</a:t>
            </a:r>
          </a:p>
        </p:txBody>
      </p:sp>
      <p:sp>
        <p:nvSpPr>
          <p:cNvPr id="6" name="">
            <a:extLst xmlns:a="http://schemas.openxmlformats.org/drawingml/2006/main">
              <a:ext uri="{FF2B5EF4-FFF2-40B4-BE49-F238E27FC236}">
                <a16:creationId xmlns:a16="http://schemas.microsoft.com/office/drawing/2014/main" id="{7472CC45-B172-4D32-BF49-A038D0B5F099}"/>
              </a:ext>
            </a:extLst>
          </p:cNvPr>
          <p:cNvSpPr>
            <a:spLocks xmlns:a="http://schemas.openxmlformats.org/drawingml/2006/main" noGrp="1"/>
          </p:cNvSpPr>
          <p:nvPr/>
        </p:nvSpPr>
        <p:spPr>
          <a:xfrm xmlns:a="http://schemas.openxmlformats.org/drawingml/2006/main">
            <a:off x="723900" y="17145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9FB7C8"/>
                </a:solidFill>
                <a:latin typeface="Aptos"/>
                <a:ea typeface="Aptos"/>
                <a:cs typeface="Aptos"/>
              </a:defRPr>
            </a:pPr>
            <a:r>
              <a:rPr sz="1050" b="1" i="0">
                <a:solidFill>
                  <a:srgbClr val="9FB7C8"/>
                </a:solidFill>
                <a:latin typeface="Aptos"/>
                <a:ea typeface="Aptos"/>
                <a:cs typeface="Aptos"/>
              </a:rPr>
              <a:t>IVAN</a:t>
            </a:r>
          </a:p>
        </p:txBody>
      </p:sp>
      <p:sp>
        <p:nvSpPr>
          <p:cNvPr id="7" name="">
            <a:extLst xmlns:a="http://schemas.openxmlformats.org/drawingml/2006/main">
              <a:ext uri="{FF2B5EF4-FFF2-40B4-BE49-F238E27FC236}">
                <a16:creationId xmlns:a16="http://schemas.microsoft.com/office/drawing/2014/main" id="{8189B77A-4124-4DDA-A8B1-E9A059EE3174}"/>
              </a:ext>
            </a:extLst>
          </p:cNvPr>
          <p:cNvSpPr>
            <a:spLocks xmlns:a="http://schemas.openxmlformats.org/drawingml/2006/main" noGrp="1"/>
          </p:cNvSpPr>
          <p:nvPr/>
        </p:nvSpPr>
        <p:spPr>
          <a:xfrm xmlns:a="http://schemas.openxmlformats.org/drawingml/2006/main">
            <a:off x="723900" y="2152650"/>
            <a:ext cx="4476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2550" b="1" i="0">
                <a:solidFill>
                  <a:srgbClr val="F6F0E5"/>
                </a:solidFill>
                <a:latin typeface="Georgia"/>
                <a:ea typeface="Georgia"/>
                <a:cs typeface="Georgia"/>
              </a:defRPr>
            </a:pPr>
            <a:r>
              <a:rPr sz="2550" b="1" i="0">
                <a:solidFill>
                  <a:srgbClr val="F6F0E5"/>
                </a:solidFill>
                <a:latin typeface="Georgia"/>
                <a:ea typeface="Georgia"/>
                <a:cs typeface="Georgia"/>
              </a:rPr>
              <a:t>Questions whether morality</a:t>
            </a:r>
          </a:p>
          <a:p xmlns:a="http://schemas.openxmlformats.org/drawingml/2006/main">
            <a:pPr algn="l">
              <a:lnSpc>
                <a:spcPct val="98000"/>
              </a:lnSpc>
              <a:buNone/>
              <a:defRPr sz="2550" b="1" i="0">
                <a:solidFill>
                  <a:srgbClr val="F6F0E5"/>
                </a:solidFill>
                <a:latin typeface="Georgia"/>
                <a:ea typeface="Georgia"/>
                <a:cs typeface="Georgia"/>
              </a:defRPr>
            </a:pPr>
            <a:r>
              <a:rPr sz="2550" b="1" i="0">
                <a:solidFill>
                  <a:srgbClr val="F6F0E5"/>
                </a:solidFill>
                <a:latin typeface="Georgia"/>
                <a:ea typeface="Georgia"/>
                <a:cs typeface="Georgia"/>
              </a:rPr>
              <a:t>can survive without God</a:t>
            </a:r>
          </a:p>
        </p:txBody>
      </p:sp>
      <p:sp>
        <p:nvSpPr>
          <p:cNvPr id="8" name="">
            <a:extLst xmlns:a="http://schemas.openxmlformats.org/drawingml/2006/main">
              <a:ext uri="{FF2B5EF4-FFF2-40B4-BE49-F238E27FC236}">
                <a16:creationId xmlns:a16="http://schemas.microsoft.com/office/drawing/2014/main" id="{27CEC540-DDBF-470E-AD27-A0DC8EE536E0}"/>
              </a:ext>
            </a:extLst>
          </p:cNvPr>
          <p:cNvSpPr>
            <a:spLocks xmlns:a="http://schemas.openxmlformats.org/drawingml/2006/main" noGrp="1"/>
          </p:cNvSpPr>
          <p:nvPr/>
        </p:nvSpPr>
        <p:spPr>
          <a:xfrm xmlns:a="http://schemas.openxmlformats.org/drawingml/2006/main">
            <a:off x="6096000" y="1619250"/>
            <a:ext cx="0" cy="3143250"/>
          </a:xfrm>
          <a:prstGeom xmlns:a="http://schemas.openxmlformats.org/drawingml/2006/main" prst="line">
            <a:avLst/>
          </a:prstGeom>
          <a:noFill xmlns:a="http://schemas.openxmlformats.org/drawingml/2006/main"/>
          <a:ln xmlns:a="http://schemas.openxmlformats.org/drawingml/2006/main" w="19050">
            <a:solidFill>
              <a:srgbClr val="384451"/>
            </a:solidFill>
            <a:prstDash val="solid"/>
          </a:ln>
        </p:spPr>
      </p:sp>
      <p:sp>
        <p:nvSpPr>
          <p:cNvPr id="9" name="">
            <a:extLst xmlns:a="http://schemas.openxmlformats.org/drawingml/2006/main">
              <a:ext uri="{FF2B5EF4-FFF2-40B4-BE49-F238E27FC236}">
                <a16:creationId xmlns:a16="http://schemas.microsoft.com/office/drawing/2014/main" id="{C9FF1474-AA6A-4902-82BD-9C841A95CE30}"/>
              </a:ext>
            </a:extLst>
          </p:cNvPr>
          <p:cNvSpPr>
            <a:spLocks xmlns:a="http://schemas.openxmlformats.org/drawingml/2006/main" noGrp="1"/>
          </p:cNvSpPr>
          <p:nvPr/>
        </p:nvSpPr>
        <p:spPr>
          <a:xfrm xmlns:a="http://schemas.openxmlformats.org/drawingml/2006/main">
            <a:off x="6800850" y="17145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B35A45"/>
                </a:solidFill>
                <a:latin typeface="Aptos"/>
                <a:ea typeface="Aptos"/>
                <a:cs typeface="Aptos"/>
              </a:defRPr>
            </a:pPr>
            <a:r>
              <a:rPr sz="1050" b="1" i="0">
                <a:solidFill>
                  <a:srgbClr val="B35A45"/>
                </a:solidFill>
                <a:latin typeface="Aptos"/>
                <a:ea typeface="Aptos"/>
                <a:cs typeface="Aptos"/>
              </a:rPr>
              <a:t>SMERDYAKOV</a:t>
            </a:r>
          </a:p>
        </p:txBody>
      </p:sp>
      <p:sp>
        <p:nvSpPr>
          <p:cNvPr id="10" name="">
            <a:extLst xmlns:a="http://schemas.openxmlformats.org/drawingml/2006/main">
              <a:ext uri="{FF2B5EF4-FFF2-40B4-BE49-F238E27FC236}">
                <a16:creationId xmlns:a16="http://schemas.microsoft.com/office/drawing/2014/main" id="{472D6398-79B7-4912-B1C9-628221C356F6}"/>
              </a:ext>
            </a:extLst>
          </p:cNvPr>
          <p:cNvSpPr>
            <a:spLocks xmlns:a="http://schemas.openxmlformats.org/drawingml/2006/main" noGrp="1"/>
          </p:cNvSpPr>
          <p:nvPr/>
        </p:nvSpPr>
        <p:spPr>
          <a:xfrm xmlns:a="http://schemas.openxmlformats.org/drawingml/2006/main">
            <a:off x="6800850" y="2152650"/>
            <a:ext cx="4476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2550" b="1" i="0">
                <a:solidFill>
                  <a:srgbClr val="F6F0E5"/>
                </a:solidFill>
                <a:latin typeface="Georgia"/>
                <a:ea typeface="Georgia"/>
                <a:cs typeface="Georgia"/>
              </a:defRPr>
            </a:pPr>
            <a:r>
              <a:rPr sz="2550" b="1" i="0">
                <a:solidFill>
                  <a:srgbClr val="F6F0E5"/>
                </a:solidFill>
                <a:latin typeface="Georgia"/>
                <a:ea typeface="Georgia"/>
                <a:cs typeface="Georgia"/>
              </a:rPr>
              <a:t>Hears permission</a:t>
            </a:r>
          </a:p>
          <a:p xmlns:a="http://schemas.openxmlformats.org/drawingml/2006/main">
            <a:pPr algn="l">
              <a:lnSpc>
                <a:spcPct val="98000"/>
              </a:lnSpc>
              <a:buNone/>
              <a:defRPr sz="2550" b="1" i="0">
                <a:solidFill>
                  <a:srgbClr val="F6F0E5"/>
                </a:solidFill>
                <a:latin typeface="Georgia"/>
                <a:ea typeface="Georgia"/>
                <a:cs typeface="Georgia"/>
              </a:defRPr>
            </a:pPr>
            <a:r>
              <a:rPr sz="2550" b="1" i="0">
                <a:solidFill>
                  <a:srgbClr val="F6F0E5"/>
                </a:solidFill>
                <a:latin typeface="Georgia"/>
                <a:ea typeface="Georgia"/>
                <a:cs typeface="Georgia"/>
              </a:rPr>
              <a:t>inside the argument</a:t>
            </a:r>
          </a:p>
        </p:txBody>
      </p:sp>
      <p:sp>
        <p:nvSpPr>
          <p:cNvPr id="11" name="">
            <a:extLst xmlns:a="http://schemas.openxmlformats.org/drawingml/2006/main">
              <a:ext uri="{FF2B5EF4-FFF2-40B4-BE49-F238E27FC236}">
                <a16:creationId xmlns:a16="http://schemas.microsoft.com/office/drawing/2014/main" id="{C9A0563F-64CB-4B60-B486-129728D706FD}"/>
              </a:ext>
            </a:extLst>
          </p:cNvPr>
          <p:cNvSpPr>
            <a:spLocks xmlns:a="http://schemas.openxmlformats.org/drawingml/2006/main" noGrp="1"/>
          </p:cNvSpPr>
          <p:nvPr/>
        </p:nvSpPr>
        <p:spPr>
          <a:xfrm xmlns:a="http://schemas.openxmlformats.org/drawingml/2006/main">
            <a:off x="1619250" y="5095875"/>
            <a:ext cx="8953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175" b="0" i="1">
                <a:solidFill>
                  <a:srgbClr val="E8DDC8"/>
                </a:solidFill>
                <a:latin typeface="Georgia"/>
                <a:ea typeface="Georgia"/>
                <a:cs typeface="Georgia"/>
              </a:defRPr>
            </a:pPr>
            <a:r>
              <a:rPr sz="2175" b="0" i="1">
                <a:solidFill>
                  <a:srgbClr val="E8DDC8"/>
                </a:solidFill>
                <a:latin typeface="Georgia"/>
                <a:ea typeface="Georgia"/>
                <a:cs typeface="Georgia"/>
              </a:rPr>
              <a:t>Ivan leaves. Smerdyakov now knows the house will be unprotected.</a:t>
            </a:r>
          </a:p>
        </p:txBody>
      </p:sp>
      <p:sp>
        <p:nvSpPr>
          <p:cNvPr id="12" name="">
            <a:extLst xmlns:a="http://schemas.openxmlformats.org/drawingml/2006/main">
              <a:ext uri="{FF2B5EF4-FFF2-40B4-BE49-F238E27FC236}">
                <a16:creationId xmlns:a16="http://schemas.microsoft.com/office/drawing/2014/main" id="{AB714009-71F2-4391-B66A-1187BCBFA940}"/>
              </a:ext>
            </a:extLst>
          </p:cNvPr>
          <p:cNvSpPr>
            <a:spLocks xmlns:a="http://schemas.openxmlformats.org/drawingml/2006/main" noGrp="1"/>
          </p:cNvSpPr>
          <p:nvPr/>
        </p:nvSpPr>
        <p:spPr>
          <a:xfrm xmlns:a="http://schemas.openxmlformats.org/drawingml/2006/main">
            <a:off x="609600" y="6515100"/>
            <a:ext cx="3143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675" b="1" i="0">
                <a:solidFill>
                  <a:srgbClr val="707B87"/>
                </a:solidFill>
                <a:latin typeface="Aptos"/>
                <a:ea typeface="Aptos"/>
                <a:cs typeface="Aptos"/>
              </a:defRPr>
            </a:pPr>
            <a:r>
              <a:rPr sz="675" b="1" i="0">
                <a:solidFill>
                  <a:srgbClr val="707B87"/>
                </a:solidFill>
                <a:latin typeface="Aptos"/>
                <a:ea typeface="Aptos"/>
                <a:cs typeface="Aptos"/>
              </a:rPr>
              <a:t>THE BROTHERS KARAMAZOV</a:t>
            </a:r>
          </a:p>
        </p:txBody>
      </p:sp>
      <p:sp>
        <p:nvSpPr>
          <p:cNvPr id="13" name="">
            <a:extLst xmlns:a="http://schemas.openxmlformats.org/drawingml/2006/main">
              <a:ext uri="{FF2B5EF4-FFF2-40B4-BE49-F238E27FC236}">
                <a16:creationId xmlns:a16="http://schemas.microsoft.com/office/drawing/2014/main" id="{EBA655FD-3770-4AC8-977A-A2E3F0E1717B}"/>
              </a:ext>
            </a:extLst>
          </p:cNvPr>
          <p:cNvSpPr>
            <a:spLocks xmlns:a="http://schemas.openxmlformats.org/drawingml/2006/main" noGrp="1"/>
          </p:cNvSpPr>
          <p:nvPr/>
        </p:nvSpPr>
        <p:spPr>
          <a:xfrm xmlns:a="http://schemas.openxmlformats.org/drawingml/2006/main">
            <a:off x="11049000" y="6515100"/>
            <a:ext cx="533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675" b="1" i="0">
                <a:solidFill>
                  <a:srgbClr val="707B87"/>
                </a:solidFill>
                <a:latin typeface="Aptos"/>
                <a:ea typeface="Aptos"/>
                <a:cs typeface="Aptos"/>
              </a:defRPr>
            </a:pPr>
            <a:r>
              <a:rPr sz="675" b="1" i="0">
                <a:solidFill>
                  <a:srgbClr val="707B87"/>
                </a:solidFill>
                <a:latin typeface="Aptos"/>
                <a:ea typeface="Aptos"/>
                <a:cs typeface="Aptos"/>
              </a:rPr>
              <a:t>06</a:t>
            </a:r>
          </a:p>
        </p:txBody>
      </p:sp>
    </p:spTree>
    <p:extLst>
      <p:ext uri="{BB962C8B-B14F-4D97-AF65-F5344CB8AC3E}">
        <p14:creationId xmlns:p14="http://schemas.microsoft.com/office/powerpoint/2010/main" val="68127348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253013d0210425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ADB78A2-7F65-4DFD-BF48-2535246B592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080B10">
                  <a:alpha val="96000"/>
                </a:srgbClr>
              </a:gs>
              <a:gs pos="47000">
                <a:srgbClr val="080B10">
                  <a:alpha val="70000"/>
                </a:srgbClr>
              </a:gs>
              <a:gs pos="100000">
                <a:srgbClr val="080B10">
                  <a:alpha val="5000"/>
                </a:srgbClr>
              </a:gs>
            </a:gsLst>
            <a:lin ang="0"/>
          </a:gra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9E5F047-9D45-414E-8F23-45E0FD4D166F}"/>
              </a:ext>
            </a:extLst>
          </p:cNvPr>
          <p:cNvSpPr>
            <a:spLocks xmlns:a="http://schemas.openxmlformats.org/drawingml/2006/main" noGrp="1"/>
          </p:cNvSpPr>
          <p:nvPr/>
        </p:nvSpPr>
        <p:spPr>
          <a:xfrm xmlns:a="http://schemas.openxmlformats.org/drawingml/2006/main">
            <a:off x="609600" y="361950"/>
            <a:ext cx="1257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B35A45"/>
                </a:solidFill>
                <a:latin typeface="Aptos"/>
                <a:ea typeface="Aptos"/>
                <a:cs typeface="Aptos"/>
              </a:defRPr>
            </a:pPr>
            <a:r>
              <a:rPr sz="900" b="1" i="0">
                <a:solidFill>
                  <a:srgbClr val="B35A45"/>
                </a:solidFill>
                <a:latin typeface="Aptos"/>
                <a:ea typeface="Aptos"/>
                <a:cs typeface="Aptos"/>
              </a:rPr>
              <a:t>SPEAKER 2</a:t>
            </a:r>
          </a:p>
        </p:txBody>
      </p:sp>
      <p:sp>
        <p:nvSpPr>
          <p:cNvPr id="4" name="">
            <a:extLst xmlns:a="http://schemas.openxmlformats.org/drawingml/2006/main">
              <a:ext uri="{FF2B5EF4-FFF2-40B4-BE49-F238E27FC236}">
                <a16:creationId xmlns:a16="http://schemas.microsoft.com/office/drawing/2014/main" id="{1429AE2A-0A27-46FB-A10C-683B6177824F}"/>
              </a:ext>
            </a:extLst>
          </p:cNvPr>
          <p:cNvSpPr>
            <a:spLocks xmlns:a="http://schemas.openxmlformats.org/drawingml/2006/main" noGrp="1"/>
          </p:cNvSpPr>
          <p:nvPr/>
        </p:nvSpPr>
        <p:spPr>
          <a:xfrm xmlns:a="http://schemas.openxmlformats.org/drawingml/2006/main">
            <a:off x="1924050" y="36195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AAA59D"/>
                </a:solidFill>
                <a:latin typeface="Aptos"/>
                <a:ea typeface="Aptos"/>
                <a:cs typeface="Aptos"/>
              </a:defRPr>
            </a:pPr>
            <a:r>
              <a:rPr sz="900" b="1" i="0">
                <a:solidFill>
                  <a:srgbClr val="AAA59D"/>
                </a:solidFill>
                <a:latin typeface="Aptos"/>
                <a:ea typeface="Aptos"/>
                <a:cs typeface="Aptos"/>
              </a:rPr>
              <a:t>STORY II     1:00</a:t>
            </a:r>
          </a:p>
        </p:txBody>
      </p:sp>
      <p:sp>
        <p:nvSpPr>
          <p:cNvPr id="5" name="">
            <a:extLst xmlns:a="http://schemas.openxmlformats.org/drawingml/2006/main">
              <a:ext uri="{FF2B5EF4-FFF2-40B4-BE49-F238E27FC236}">
                <a16:creationId xmlns:a16="http://schemas.microsoft.com/office/drawing/2014/main" id="{D496E27F-E9AA-402B-81C5-C491D9F1A1B4}"/>
              </a:ext>
            </a:extLst>
          </p:cNvPr>
          <p:cNvSpPr>
            <a:spLocks xmlns:a="http://schemas.openxmlformats.org/drawingml/2006/main" noGrp="1"/>
          </p:cNvSpPr>
          <p:nvPr/>
        </p:nvSpPr>
        <p:spPr>
          <a:xfrm xmlns:a="http://schemas.openxmlformats.org/drawingml/2006/main">
            <a:off x="609600" y="762000"/>
            <a:ext cx="5010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B35A45"/>
                </a:solidFill>
                <a:latin typeface="Aptos"/>
                <a:ea typeface="Aptos"/>
                <a:cs typeface="Aptos"/>
              </a:defRPr>
            </a:pPr>
            <a:r>
              <a:rPr sz="1050" b="1" i="0">
                <a:solidFill>
                  <a:srgbClr val="B35A45"/>
                </a:solidFill>
                <a:latin typeface="Aptos"/>
                <a:ea typeface="Aptos"/>
                <a:cs typeface="Aptos"/>
              </a:rPr>
              <a:t>THE NIGHT OF THE MURDER</a:t>
            </a:r>
          </a:p>
        </p:txBody>
      </p:sp>
      <p:sp>
        <p:nvSpPr>
          <p:cNvPr id="6" name="">
            <a:extLst xmlns:a="http://schemas.openxmlformats.org/drawingml/2006/main">
              <a:ext uri="{FF2B5EF4-FFF2-40B4-BE49-F238E27FC236}">
                <a16:creationId xmlns:a16="http://schemas.microsoft.com/office/drawing/2014/main" id="{85A01B31-8AEC-41A6-B306-E05527BD1FA5}"/>
              </a:ext>
            </a:extLst>
          </p:cNvPr>
          <p:cNvSpPr>
            <a:spLocks xmlns:a="http://schemas.openxmlformats.org/drawingml/2006/main" noGrp="1"/>
          </p:cNvSpPr>
          <p:nvPr/>
        </p:nvSpPr>
        <p:spPr>
          <a:xfrm xmlns:a="http://schemas.openxmlformats.org/drawingml/2006/main">
            <a:off x="609600" y="1352550"/>
            <a:ext cx="4953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300" b="1" i="0">
                <a:solidFill>
                  <a:srgbClr val="F6F0E5"/>
                </a:solidFill>
                <a:latin typeface="Georgia"/>
                <a:ea typeface="Georgia"/>
                <a:cs typeface="Georgia"/>
              </a:defRPr>
            </a:pPr>
            <a:r>
              <a:rPr sz="3300" b="1" i="0">
                <a:solidFill>
                  <a:srgbClr val="F6F0E5"/>
                </a:solidFill>
                <a:latin typeface="Georgia"/>
                <a:ea typeface="Georgia"/>
                <a:cs typeface="Georgia"/>
              </a:rPr>
              <a:t>The wrong man looks guilty</a:t>
            </a:r>
          </a:p>
        </p:txBody>
      </p:sp>
      <p:sp>
        <p:nvSpPr>
          <p:cNvPr id="7" name="">
            <a:extLst xmlns:a="http://schemas.openxmlformats.org/drawingml/2006/main">
              <a:ext uri="{FF2B5EF4-FFF2-40B4-BE49-F238E27FC236}">
                <a16:creationId xmlns:a16="http://schemas.microsoft.com/office/drawing/2014/main" id="{0FEEDCD6-B981-414E-8068-170793B9F4D7}"/>
              </a:ext>
            </a:extLst>
          </p:cNvPr>
          <p:cNvSpPr>
            <a:spLocks xmlns:a="http://schemas.openxmlformats.org/drawingml/2006/main" noGrp="1"/>
          </p:cNvSpPr>
          <p:nvPr/>
        </p:nvSpPr>
        <p:spPr>
          <a:xfrm xmlns:a="http://schemas.openxmlformats.org/drawingml/2006/main">
            <a:off x="647700" y="3314700"/>
            <a:ext cx="476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725" b="0" i="0">
                <a:solidFill>
                  <a:srgbClr val="E8DDC8"/>
                </a:solidFill>
                <a:latin typeface="Aptos"/>
                <a:ea typeface="Aptos"/>
                <a:cs typeface="Aptos"/>
              </a:defRPr>
            </a:pPr>
            <a:r>
              <a:rPr sz="1725" b="0" i="0">
                <a:solidFill>
                  <a:srgbClr val="E8DDC8"/>
                </a:solidFill>
                <a:latin typeface="Aptos"/>
                <a:ea typeface="Aptos"/>
                <a:cs typeface="Aptos"/>
              </a:rPr>
              <a:t>Dmitri attacks Grigory and runs. Smerdyakov kills Fyodor and takes the money.</a:t>
            </a:r>
          </a:p>
        </p:txBody>
      </p:sp>
      <p:sp>
        <p:nvSpPr>
          <p:cNvPr id="8" name="">
            <a:extLst xmlns:a="http://schemas.openxmlformats.org/drawingml/2006/main">
              <a:ext uri="{FF2B5EF4-FFF2-40B4-BE49-F238E27FC236}">
                <a16:creationId xmlns:a16="http://schemas.microsoft.com/office/drawing/2014/main" id="{A757DF1E-2849-4D83-BD92-BDEE87FBC7EF}"/>
              </a:ext>
            </a:extLst>
          </p:cNvPr>
          <p:cNvSpPr>
            <a:spLocks xmlns:a="http://schemas.openxmlformats.org/drawingml/2006/main" noGrp="1"/>
          </p:cNvSpPr>
          <p:nvPr/>
        </p:nvSpPr>
        <p:spPr>
          <a:xfrm xmlns:a="http://schemas.openxmlformats.org/drawingml/2006/main">
            <a:off x="609600" y="6515100"/>
            <a:ext cx="3143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675" b="1" i="0">
                <a:solidFill>
                  <a:srgbClr val="707B87"/>
                </a:solidFill>
                <a:latin typeface="Aptos"/>
                <a:ea typeface="Aptos"/>
                <a:cs typeface="Aptos"/>
              </a:defRPr>
            </a:pPr>
            <a:r>
              <a:rPr sz="675" b="1" i="0">
                <a:solidFill>
                  <a:srgbClr val="707B87"/>
                </a:solidFill>
                <a:latin typeface="Aptos"/>
                <a:ea typeface="Aptos"/>
                <a:cs typeface="Aptos"/>
              </a:rPr>
              <a:t>THE BROTHERS KARAMAZOV</a:t>
            </a:r>
          </a:p>
        </p:txBody>
      </p:sp>
      <p:sp>
        <p:nvSpPr>
          <p:cNvPr id="9" name="">
            <a:extLst xmlns:a="http://schemas.openxmlformats.org/drawingml/2006/main">
              <a:ext uri="{FF2B5EF4-FFF2-40B4-BE49-F238E27FC236}">
                <a16:creationId xmlns:a16="http://schemas.microsoft.com/office/drawing/2014/main" id="{723EB87D-F4ED-4ECA-B129-BEC73C1ECBAA}"/>
              </a:ext>
            </a:extLst>
          </p:cNvPr>
          <p:cNvSpPr>
            <a:spLocks xmlns:a="http://schemas.openxmlformats.org/drawingml/2006/main" noGrp="1"/>
          </p:cNvSpPr>
          <p:nvPr/>
        </p:nvSpPr>
        <p:spPr>
          <a:xfrm xmlns:a="http://schemas.openxmlformats.org/drawingml/2006/main">
            <a:off x="11049000" y="6515100"/>
            <a:ext cx="533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675" b="1" i="0">
                <a:solidFill>
                  <a:srgbClr val="707B87"/>
                </a:solidFill>
                <a:latin typeface="Aptos"/>
                <a:ea typeface="Aptos"/>
                <a:cs typeface="Aptos"/>
              </a:defRPr>
            </a:pPr>
            <a:r>
              <a:rPr sz="675" b="1" i="0">
                <a:solidFill>
                  <a:srgbClr val="707B87"/>
                </a:solidFill>
                <a:latin typeface="Aptos"/>
                <a:ea typeface="Aptos"/>
                <a:cs typeface="Aptos"/>
              </a:rPr>
              <a:t>07</a:t>
            </a:r>
          </a:p>
        </p:txBody>
      </p:sp>
    </p:spTree>
    <p:extLst>
      <p:ext uri="{BB962C8B-B14F-4D97-AF65-F5344CB8AC3E}">
        <p14:creationId xmlns:p14="http://schemas.microsoft.com/office/powerpoint/2010/main" val="1513400371"/>
      </p:ext>
    </p:extLst>
  </p:cSld>
</p:sld>
</file>

<file path=ppt/slides/slide8.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BCDA030-3F5B-430E-A33F-9801E4976C2E}"/>
              </a:ext>
            </a:extLst>
          </p:cNvPr>
          <p:cNvSpPr>
            <a:spLocks xmlns:a="http://schemas.openxmlformats.org/drawingml/2006/main" noGrp="1"/>
          </p:cNvSpPr>
          <p:nvPr/>
        </p:nvSpPr>
        <p:spPr>
          <a:xfrm xmlns:a="http://schemas.openxmlformats.org/drawingml/2006/main">
            <a:off x="609600" y="361950"/>
            <a:ext cx="1257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9FB7C8"/>
                </a:solidFill>
                <a:latin typeface="Aptos"/>
                <a:ea typeface="Aptos"/>
                <a:cs typeface="Aptos"/>
              </a:defRPr>
            </a:pPr>
            <a:r>
              <a:rPr sz="900" b="1" i="0">
                <a:solidFill>
                  <a:srgbClr val="9FB7C8"/>
                </a:solidFill>
                <a:latin typeface="Aptos"/>
                <a:ea typeface="Aptos"/>
                <a:cs typeface="Aptos"/>
              </a:rPr>
              <a:t>SPEAKER 3</a:t>
            </a:r>
          </a:p>
        </p:txBody>
      </p:sp>
      <p:sp>
        <p:nvSpPr>
          <p:cNvPr id="2" name="">
            <a:extLst xmlns:a="http://schemas.openxmlformats.org/drawingml/2006/main">
              <a:ext uri="{FF2B5EF4-FFF2-40B4-BE49-F238E27FC236}">
                <a16:creationId xmlns:a16="http://schemas.microsoft.com/office/drawing/2014/main" id="{40A6D294-078C-482F-BB01-10416A91B4CD}"/>
              </a:ext>
            </a:extLst>
          </p:cNvPr>
          <p:cNvSpPr>
            <a:spLocks xmlns:a="http://schemas.openxmlformats.org/drawingml/2006/main" noGrp="1"/>
          </p:cNvSpPr>
          <p:nvPr/>
        </p:nvSpPr>
        <p:spPr>
          <a:xfrm xmlns:a="http://schemas.openxmlformats.org/drawingml/2006/main">
            <a:off x="1924050" y="36195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756D63"/>
                </a:solidFill>
                <a:latin typeface="Aptos"/>
                <a:ea typeface="Aptos"/>
                <a:cs typeface="Aptos"/>
              </a:defRPr>
            </a:pPr>
            <a:r>
              <a:rPr sz="900" b="1" i="0">
                <a:solidFill>
                  <a:srgbClr val="756D63"/>
                </a:solidFill>
                <a:latin typeface="Aptos"/>
                <a:ea typeface="Aptos"/>
                <a:cs typeface="Aptos"/>
              </a:rPr>
              <a:t>STORY III     0:50</a:t>
            </a:r>
          </a:p>
        </p:txBody>
      </p:sp>
      <p:sp>
        <p:nvSpPr>
          <p:cNvPr id="3" name="">
            <a:extLst xmlns:a="http://schemas.openxmlformats.org/drawingml/2006/main">
              <a:ext uri="{FF2B5EF4-FFF2-40B4-BE49-F238E27FC236}">
                <a16:creationId xmlns:a16="http://schemas.microsoft.com/office/drawing/2014/main" id="{E4EE4C29-B624-4DA3-8CA1-B4E535889B9F}"/>
              </a:ext>
            </a:extLst>
          </p:cNvPr>
          <p:cNvSpPr>
            <a:spLocks xmlns:a="http://schemas.openxmlformats.org/drawingml/2006/main" noGrp="1"/>
          </p:cNvSpPr>
          <p:nvPr/>
        </p:nvSpPr>
        <p:spPr>
          <a:xfrm xmlns:a="http://schemas.openxmlformats.org/drawingml/2006/main">
            <a:off x="609600" y="72390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75" b="1" i="0">
                <a:solidFill>
                  <a:srgbClr val="0B0E13"/>
                </a:solidFill>
                <a:latin typeface="Georgia"/>
                <a:ea typeface="Georgia"/>
                <a:cs typeface="Georgia"/>
              </a:defRPr>
            </a:pPr>
            <a:r>
              <a:rPr sz="2775" b="1" i="0">
                <a:solidFill>
                  <a:srgbClr val="0B0E13"/>
                </a:solidFill>
                <a:latin typeface="Georgia"/>
                <a:ea typeface="Georgia"/>
                <a:cs typeface="Georgia"/>
              </a:rPr>
              <a:t>Mokroye and the arrest</a:t>
            </a:r>
          </a:p>
        </p:txBody>
      </p:sp>
      <p:sp>
        <p:nvSpPr>
          <p:cNvPr id="4" name="">
            <a:extLst xmlns:a="http://schemas.openxmlformats.org/drawingml/2006/main">
              <a:ext uri="{FF2B5EF4-FFF2-40B4-BE49-F238E27FC236}">
                <a16:creationId xmlns:a16="http://schemas.microsoft.com/office/drawing/2014/main" id="{08D6528B-0298-4734-9714-CC628C78FC1C}"/>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8BEAD"/>
            </a:solidFill>
            <a:prstDash val="solid"/>
          </a:ln>
        </p:spPr>
      </p:sp>
      <p:sp>
        <p:nvSpPr>
          <p:cNvPr id="5" name="">
            <a:extLst xmlns:a="http://schemas.openxmlformats.org/drawingml/2006/main">
              <a:ext uri="{FF2B5EF4-FFF2-40B4-BE49-F238E27FC236}">
                <a16:creationId xmlns:a16="http://schemas.microsoft.com/office/drawing/2014/main" id="{5722BA49-2B55-4729-92BD-43CB5026E98C}"/>
              </a:ext>
            </a:extLst>
          </p:cNvPr>
          <p:cNvSpPr>
            <a:spLocks xmlns:a="http://schemas.openxmlformats.org/drawingml/2006/main" noGrp="1"/>
          </p:cNvSpPr>
          <p:nvPr/>
        </p:nvSpPr>
        <p:spPr>
          <a:xfrm xmlns:a="http://schemas.openxmlformats.org/drawingml/2006/main">
            <a:off x="11049000" y="390525"/>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B746B"/>
                </a:solidFill>
                <a:latin typeface="Aptos"/>
                <a:ea typeface="Aptos"/>
                <a:cs typeface="Aptos"/>
              </a:defRPr>
            </a:pPr>
            <a:r>
              <a:rPr sz="750" b="1" i="0">
                <a:solidFill>
                  <a:srgbClr val="7B746B"/>
                </a:solidFill>
                <a:latin typeface="Aptos"/>
                <a:ea typeface="Aptos"/>
                <a:cs typeface="Aptos"/>
              </a:rPr>
              <a:t>08</a:t>
            </a:r>
          </a:p>
        </p:txBody>
      </p:sp>
      <p:sp>
        <p:nvSpPr>
          <p:cNvPr id="6" name="">
            <a:extLst xmlns:a="http://schemas.openxmlformats.org/drawingml/2006/main">
              <a:ext uri="{FF2B5EF4-FFF2-40B4-BE49-F238E27FC236}">
                <a16:creationId xmlns:a16="http://schemas.microsoft.com/office/drawing/2014/main" id="{4B14165F-1CD8-493E-8BD4-BEA26A1ACA2B}"/>
              </a:ext>
            </a:extLst>
          </p:cNvPr>
          <p:cNvSpPr>
            <a:spLocks xmlns:a="http://schemas.openxmlformats.org/drawingml/2006/main" noGrp="1"/>
          </p:cNvSpPr>
          <p:nvPr/>
        </p:nvSpPr>
        <p:spPr>
          <a:xfrm xmlns:a="http://schemas.openxmlformats.org/drawingml/2006/main">
            <a:off x="628650" y="1581150"/>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625" b="1" i="0">
                <a:solidFill>
                  <a:srgbClr val="7A2632"/>
                </a:solidFill>
                <a:latin typeface="Georgia"/>
                <a:ea typeface="Georgia"/>
                <a:cs typeface="Georgia"/>
              </a:defRPr>
            </a:pPr>
            <a:r>
              <a:rPr sz="2625" b="1" i="0">
                <a:solidFill>
                  <a:srgbClr val="7A2632"/>
                </a:solidFill>
                <a:latin typeface="Georgia"/>
                <a:ea typeface="Georgia"/>
                <a:cs typeface="Georgia"/>
              </a:rPr>
              <a:t>Before dawn</a:t>
            </a:r>
          </a:p>
        </p:txBody>
      </p:sp>
      <p:sp>
        <p:nvSpPr>
          <p:cNvPr id="7" name="">
            <a:extLst xmlns:a="http://schemas.openxmlformats.org/drawingml/2006/main">
              <a:ext uri="{FF2B5EF4-FFF2-40B4-BE49-F238E27FC236}">
                <a16:creationId xmlns:a16="http://schemas.microsoft.com/office/drawing/2014/main" id="{06DAB488-79D4-41BF-A07D-6C88D3CB2883}"/>
              </a:ext>
            </a:extLst>
          </p:cNvPr>
          <p:cNvSpPr>
            <a:spLocks xmlns:a="http://schemas.openxmlformats.org/drawingml/2006/main" noGrp="1"/>
          </p:cNvSpPr>
          <p:nvPr/>
        </p:nvSpPr>
        <p:spPr>
          <a:xfrm xmlns:a="http://schemas.openxmlformats.org/drawingml/2006/main">
            <a:off x="628650" y="2333625"/>
            <a:ext cx="4953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400" b="1" i="0">
                <a:solidFill>
                  <a:srgbClr val="0B0E13"/>
                </a:solidFill>
                <a:latin typeface="Georgia"/>
                <a:ea typeface="Georgia"/>
                <a:cs typeface="Georgia"/>
              </a:defRPr>
            </a:pPr>
            <a:r>
              <a:rPr sz="2400" b="1" i="0">
                <a:solidFill>
                  <a:srgbClr val="0B0E13"/>
                </a:solidFill>
                <a:latin typeface="Georgia"/>
                <a:ea typeface="Georgia"/>
                <a:cs typeface="Georgia"/>
              </a:rPr>
              <a:t>Dmitri finds Grushenka</a:t>
            </a:r>
          </a:p>
          <a:p xmlns:a="http://schemas.openxmlformats.org/drawingml/2006/main">
            <a:pPr algn="l">
              <a:lnSpc>
                <a:spcPct val="100000"/>
              </a:lnSpc>
              <a:buNone/>
              <a:defRPr sz="2400" b="1" i="0">
                <a:solidFill>
                  <a:srgbClr val="0B0E13"/>
                </a:solidFill>
                <a:latin typeface="Georgia"/>
                <a:ea typeface="Georgia"/>
                <a:cs typeface="Georgia"/>
              </a:defRPr>
            </a:pPr>
            <a:r>
              <a:rPr sz="2400" b="1" i="0">
                <a:solidFill>
                  <a:srgbClr val="0B0E13"/>
                </a:solidFill>
                <a:latin typeface="Georgia"/>
                <a:ea typeface="Georgia"/>
                <a:cs typeface="Georgia"/>
              </a:rPr>
              <a:t>and spends money wildly</a:t>
            </a:r>
          </a:p>
        </p:txBody>
      </p:sp>
      <p:sp>
        <p:nvSpPr>
          <p:cNvPr id="8" name="">
            <a:extLst xmlns:a="http://schemas.openxmlformats.org/drawingml/2006/main">
              <a:ext uri="{FF2B5EF4-FFF2-40B4-BE49-F238E27FC236}">
                <a16:creationId xmlns:a16="http://schemas.microsoft.com/office/drawing/2014/main" id="{5F992128-00A5-4B90-9556-350B204462C8}"/>
              </a:ext>
            </a:extLst>
          </p:cNvPr>
          <p:cNvSpPr>
            <a:spLocks xmlns:a="http://schemas.openxmlformats.org/drawingml/2006/main" noGrp="1"/>
          </p:cNvSpPr>
          <p:nvPr/>
        </p:nvSpPr>
        <p:spPr>
          <a:xfrm xmlns:a="http://schemas.openxmlformats.org/drawingml/2006/main">
            <a:off x="6096000" y="1619250"/>
            <a:ext cx="0" cy="3048000"/>
          </a:xfrm>
          <a:prstGeom xmlns:a="http://schemas.openxmlformats.org/drawingml/2006/main" prst="line">
            <a:avLst/>
          </a:prstGeom>
          <a:noFill xmlns:a="http://schemas.openxmlformats.org/drawingml/2006/main"/>
          <a:ln xmlns:a="http://schemas.openxmlformats.org/drawingml/2006/main" w="19050">
            <a:solidFill>
              <a:srgbClr val="C7BCAA"/>
            </a:solidFill>
            <a:prstDash val="solid"/>
          </a:ln>
        </p:spPr>
      </p:sp>
      <p:sp>
        <p:nvSpPr>
          <p:cNvPr id="9" name="">
            <a:extLst xmlns:a="http://schemas.openxmlformats.org/drawingml/2006/main">
              <a:ext uri="{FF2B5EF4-FFF2-40B4-BE49-F238E27FC236}">
                <a16:creationId xmlns:a16="http://schemas.microsoft.com/office/drawing/2014/main" id="{8DB53AEC-D613-4C07-AFCF-2FDF68834A3D}"/>
              </a:ext>
            </a:extLst>
          </p:cNvPr>
          <p:cNvSpPr>
            <a:spLocks xmlns:a="http://schemas.openxmlformats.org/drawingml/2006/main" noGrp="1"/>
          </p:cNvSpPr>
          <p:nvPr/>
        </p:nvSpPr>
        <p:spPr>
          <a:xfrm xmlns:a="http://schemas.openxmlformats.org/drawingml/2006/main">
            <a:off x="6781800" y="1581150"/>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625" b="1" i="0">
                <a:solidFill>
                  <a:srgbClr val="C69A58"/>
                </a:solidFill>
                <a:latin typeface="Georgia"/>
                <a:ea typeface="Georgia"/>
                <a:cs typeface="Georgia"/>
              </a:defRPr>
            </a:pPr>
            <a:r>
              <a:rPr sz="2625" b="1" i="0">
                <a:solidFill>
                  <a:srgbClr val="C69A58"/>
                </a:solidFill>
                <a:latin typeface="Georgia"/>
                <a:ea typeface="Georgia"/>
                <a:cs typeface="Georgia"/>
              </a:rPr>
              <a:t>At the inn</a:t>
            </a:r>
          </a:p>
        </p:txBody>
      </p:sp>
      <p:sp>
        <p:nvSpPr>
          <p:cNvPr id="10" name="">
            <a:extLst xmlns:a="http://schemas.openxmlformats.org/drawingml/2006/main">
              <a:ext uri="{FF2B5EF4-FFF2-40B4-BE49-F238E27FC236}">
                <a16:creationId xmlns:a16="http://schemas.microsoft.com/office/drawing/2014/main" id="{F3CC1DE9-45DC-465F-84C8-843392F0726E}"/>
              </a:ext>
            </a:extLst>
          </p:cNvPr>
          <p:cNvSpPr>
            <a:spLocks xmlns:a="http://schemas.openxmlformats.org/drawingml/2006/main" noGrp="1"/>
          </p:cNvSpPr>
          <p:nvPr/>
        </p:nvSpPr>
        <p:spPr>
          <a:xfrm xmlns:a="http://schemas.openxmlformats.org/drawingml/2006/main">
            <a:off x="6781800" y="2333625"/>
            <a:ext cx="476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400" b="1" i="0">
                <a:solidFill>
                  <a:srgbClr val="0B0E13"/>
                </a:solidFill>
                <a:latin typeface="Georgia"/>
                <a:ea typeface="Georgia"/>
                <a:cs typeface="Georgia"/>
              </a:defRPr>
            </a:pPr>
            <a:r>
              <a:rPr sz="2400" b="1" i="0">
                <a:solidFill>
                  <a:srgbClr val="0B0E13"/>
                </a:solidFill>
                <a:latin typeface="Georgia"/>
                <a:ea typeface="Georgia"/>
                <a:cs typeface="Georgia"/>
              </a:rPr>
              <a:t>Police arrive</a:t>
            </a:r>
          </a:p>
          <a:p xmlns:a="http://schemas.openxmlformats.org/drawingml/2006/main">
            <a:pPr algn="l">
              <a:lnSpc>
                <a:spcPct val="100000"/>
              </a:lnSpc>
              <a:buNone/>
              <a:defRPr sz="2400" b="1" i="0">
                <a:solidFill>
                  <a:srgbClr val="0B0E13"/>
                </a:solidFill>
                <a:latin typeface="Georgia"/>
                <a:ea typeface="Georgia"/>
                <a:cs typeface="Georgia"/>
              </a:defRPr>
            </a:pPr>
            <a:r>
              <a:rPr sz="2400" b="1" i="0">
                <a:solidFill>
                  <a:srgbClr val="0B0E13"/>
                </a:solidFill>
                <a:latin typeface="Georgia"/>
                <a:ea typeface="Georgia"/>
                <a:cs typeface="Georgia"/>
              </a:rPr>
              <a:t>with a murder charge</a:t>
            </a:r>
          </a:p>
        </p:txBody>
      </p:sp>
      <p:sp>
        <p:nvSpPr>
          <p:cNvPr id="11" name="">
            <a:extLst xmlns:a="http://schemas.openxmlformats.org/drawingml/2006/main">
              <a:ext uri="{FF2B5EF4-FFF2-40B4-BE49-F238E27FC236}">
                <a16:creationId xmlns:a16="http://schemas.microsoft.com/office/drawing/2014/main" id="{6805DAA0-7221-49F5-AFC8-621F8B5971A7}"/>
              </a:ext>
            </a:extLst>
          </p:cNvPr>
          <p:cNvSpPr>
            <a:spLocks xmlns:a="http://schemas.openxmlformats.org/drawingml/2006/main" noGrp="1"/>
          </p:cNvSpPr>
          <p:nvPr/>
        </p:nvSpPr>
        <p:spPr>
          <a:xfrm xmlns:a="http://schemas.openxmlformats.org/drawingml/2006/main">
            <a:off x="1428750" y="4905375"/>
            <a:ext cx="9334500" cy="685800"/>
          </a:xfrm>
          <a:prstGeom xmlns:a="http://schemas.openxmlformats.org/drawingml/2006/main" prst="rect">
            <a:avLst/>
          </a:prstGeom>
          <a:solidFill xmlns:a="http://schemas.openxmlformats.org/drawingml/2006/main">
            <a:srgbClr val="0B0E1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D3847E5-6167-4BAB-9B70-0F8E9CFD7347}"/>
              </a:ext>
            </a:extLst>
          </p:cNvPr>
          <p:cNvSpPr>
            <a:spLocks xmlns:a="http://schemas.openxmlformats.org/drawingml/2006/main" noGrp="1"/>
          </p:cNvSpPr>
          <p:nvPr/>
        </p:nvSpPr>
        <p:spPr>
          <a:xfrm xmlns:a="http://schemas.openxmlformats.org/drawingml/2006/main">
            <a:off x="1676400" y="5095875"/>
            <a:ext cx="8839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950" b="1" i="0">
                <a:solidFill>
                  <a:srgbClr val="F6F0E5"/>
                </a:solidFill>
                <a:latin typeface="Georgia"/>
                <a:ea typeface="Georgia"/>
                <a:cs typeface="Georgia"/>
              </a:defRPr>
            </a:pPr>
            <a:r>
              <a:rPr sz="1950" b="1" i="0">
                <a:solidFill>
                  <a:srgbClr val="F6F0E5"/>
                </a:solidFill>
                <a:latin typeface="Georgia"/>
                <a:ea typeface="Georgia"/>
                <a:cs typeface="Georgia"/>
              </a:rPr>
              <a:t>His money appears to be the stolen 3,000 roubles.</a:t>
            </a:r>
          </a:p>
        </p:txBody>
      </p:sp>
      <p:sp>
        <p:nvSpPr>
          <p:cNvPr id="13" name="">
            <a:extLst xmlns:a="http://schemas.openxmlformats.org/drawingml/2006/main">
              <a:ext uri="{FF2B5EF4-FFF2-40B4-BE49-F238E27FC236}">
                <a16:creationId xmlns:a16="http://schemas.microsoft.com/office/drawing/2014/main" id="{D6CE7741-935C-49A8-ABC8-C7BD4BF0046B}"/>
              </a:ext>
            </a:extLst>
          </p:cNvPr>
          <p:cNvSpPr>
            <a:spLocks xmlns:a="http://schemas.openxmlformats.org/drawingml/2006/main" noGrp="1"/>
          </p:cNvSpPr>
          <p:nvPr/>
        </p:nvSpPr>
        <p:spPr>
          <a:xfrm xmlns:a="http://schemas.openxmlformats.org/drawingml/2006/main">
            <a:off x="609600" y="6515100"/>
            <a:ext cx="3143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675" b="1" i="0">
                <a:solidFill>
                  <a:srgbClr val="7B746B"/>
                </a:solidFill>
                <a:latin typeface="Aptos"/>
                <a:ea typeface="Aptos"/>
                <a:cs typeface="Aptos"/>
              </a:defRPr>
            </a:pPr>
            <a:r>
              <a:rPr sz="675" b="1" i="0">
                <a:solidFill>
                  <a:srgbClr val="7B746B"/>
                </a:solidFill>
                <a:latin typeface="Aptos"/>
                <a:ea typeface="Aptos"/>
                <a:cs typeface="Aptos"/>
              </a:rPr>
              <a:t>THE BROTHERS KARAMAZOV</a:t>
            </a:r>
          </a:p>
        </p:txBody>
      </p:sp>
      <p:sp>
        <p:nvSpPr>
          <p:cNvPr id="14" name="">
            <a:extLst xmlns:a="http://schemas.openxmlformats.org/drawingml/2006/main">
              <a:ext uri="{FF2B5EF4-FFF2-40B4-BE49-F238E27FC236}">
                <a16:creationId xmlns:a16="http://schemas.microsoft.com/office/drawing/2014/main" id="{E52946BB-B98D-44D8-A38D-6D1820DAD994}"/>
              </a:ext>
            </a:extLst>
          </p:cNvPr>
          <p:cNvSpPr>
            <a:spLocks xmlns:a="http://schemas.openxmlformats.org/drawingml/2006/main" noGrp="1"/>
          </p:cNvSpPr>
          <p:nvPr/>
        </p:nvSpPr>
        <p:spPr>
          <a:xfrm xmlns:a="http://schemas.openxmlformats.org/drawingml/2006/main">
            <a:off x="11049000" y="6515100"/>
            <a:ext cx="533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675" b="1" i="0">
                <a:solidFill>
                  <a:srgbClr val="7B746B"/>
                </a:solidFill>
                <a:latin typeface="Aptos"/>
                <a:ea typeface="Aptos"/>
                <a:cs typeface="Aptos"/>
              </a:defRPr>
            </a:pPr>
            <a:r>
              <a:rPr sz="675" b="1" i="0">
                <a:solidFill>
                  <a:srgbClr val="7B746B"/>
                </a:solidFill>
                <a:latin typeface="Aptos"/>
                <a:ea typeface="Aptos"/>
                <a:cs typeface="Aptos"/>
              </a:rPr>
              <a:t>08</a:t>
            </a:r>
          </a:p>
        </p:txBody>
      </p:sp>
    </p:spTree>
    <p:extLst>
      <p:ext uri="{BB962C8B-B14F-4D97-AF65-F5344CB8AC3E}">
        <p14:creationId xmlns:p14="http://schemas.microsoft.com/office/powerpoint/2010/main" val="2073338641"/>
      </p:ext>
    </p:extLst>
  </p:cSld>
</p:sld>
</file>

<file path=ppt/slides/slide9.xml><?xml version="1.0" encoding="utf-8"?>
<p:sld xmlns:p="http://schemas.openxmlformats.org/presentationml/2006/main">
  <p:cSld>
    <p:bg>
      <p:bgPr>
        <a:solidFill xmlns:a="http://schemas.openxmlformats.org/drawingml/2006/main">
          <a:srgbClr val="0B0E13"/>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1A70DD5-9DA3-4824-93A9-63298727F9AF}"/>
              </a:ext>
            </a:extLst>
          </p:cNvPr>
          <p:cNvSpPr>
            <a:spLocks xmlns:a="http://schemas.openxmlformats.org/drawingml/2006/main" noGrp="1"/>
          </p:cNvSpPr>
          <p:nvPr/>
        </p:nvSpPr>
        <p:spPr>
          <a:xfrm xmlns:a="http://schemas.openxmlformats.org/drawingml/2006/main">
            <a:off x="609600" y="361950"/>
            <a:ext cx="1257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9FB7C8"/>
                </a:solidFill>
                <a:latin typeface="Aptos"/>
                <a:ea typeface="Aptos"/>
                <a:cs typeface="Aptos"/>
              </a:defRPr>
            </a:pPr>
            <a:r>
              <a:rPr sz="900" b="1" i="0">
                <a:solidFill>
                  <a:srgbClr val="9FB7C8"/>
                </a:solidFill>
                <a:latin typeface="Aptos"/>
                <a:ea typeface="Aptos"/>
                <a:cs typeface="Aptos"/>
              </a:rPr>
              <a:t>SPEAKER 3</a:t>
            </a:r>
          </a:p>
        </p:txBody>
      </p:sp>
      <p:sp>
        <p:nvSpPr>
          <p:cNvPr id="2" name="">
            <a:extLst xmlns:a="http://schemas.openxmlformats.org/drawingml/2006/main">
              <a:ext uri="{FF2B5EF4-FFF2-40B4-BE49-F238E27FC236}">
                <a16:creationId xmlns:a16="http://schemas.microsoft.com/office/drawing/2014/main" id="{0F2E6303-917F-4AAA-A0DB-86FBCB773218}"/>
              </a:ext>
            </a:extLst>
          </p:cNvPr>
          <p:cNvSpPr>
            <a:spLocks xmlns:a="http://schemas.openxmlformats.org/drawingml/2006/main" noGrp="1"/>
          </p:cNvSpPr>
          <p:nvPr/>
        </p:nvSpPr>
        <p:spPr>
          <a:xfrm xmlns:a="http://schemas.openxmlformats.org/drawingml/2006/main">
            <a:off x="1924050" y="36195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AAA59D"/>
                </a:solidFill>
                <a:latin typeface="Aptos"/>
                <a:ea typeface="Aptos"/>
                <a:cs typeface="Aptos"/>
              </a:defRPr>
            </a:pPr>
            <a:r>
              <a:rPr sz="900" b="1" i="0">
                <a:solidFill>
                  <a:srgbClr val="AAA59D"/>
                </a:solidFill>
                <a:latin typeface="Aptos"/>
                <a:ea typeface="Aptos"/>
                <a:cs typeface="Aptos"/>
              </a:rPr>
              <a:t>STORY III     0:55</a:t>
            </a:r>
          </a:p>
        </p:txBody>
      </p:sp>
      <p:sp>
        <p:nvSpPr>
          <p:cNvPr id="3" name="">
            <a:extLst xmlns:a="http://schemas.openxmlformats.org/drawingml/2006/main">
              <a:ext uri="{FF2B5EF4-FFF2-40B4-BE49-F238E27FC236}">
                <a16:creationId xmlns:a16="http://schemas.microsoft.com/office/drawing/2014/main" id="{68F3B7B7-BAE8-4517-833C-B3D5067E7956}"/>
              </a:ext>
            </a:extLst>
          </p:cNvPr>
          <p:cNvSpPr>
            <a:spLocks xmlns:a="http://schemas.openxmlformats.org/drawingml/2006/main" noGrp="1"/>
          </p:cNvSpPr>
          <p:nvPr/>
        </p:nvSpPr>
        <p:spPr>
          <a:xfrm xmlns:a="http://schemas.openxmlformats.org/drawingml/2006/main">
            <a:off x="609600" y="72390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75" b="1" i="0">
                <a:solidFill>
                  <a:srgbClr val="F6F0E5"/>
                </a:solidFill>
                <a:latin typeface="Georgia"/>
                <a:ea typeface="Georgia"/>
                <a:cs typeface="Georgia"/>
              </a:defRPr>
            </a:pPr>
            <a:r>
              <a:rPr sz="2775" b="1" i="0">
                <a:solidFill>
                  <a:srgbClr val="F6F0E5"/>
                </a:solidFill>
                <a:latin typeface="Georgia"/>
                <a:ea typeface="Georgia"/>
                <a:cs typeface="Georgia"/>
              </a:rPr>
              <a:t>The case against Dmitri</a:t>
            </a:r>
          </a:p>
        </p:txBody>
      </p:sp>
      <p:sp>
        <p:nvSpPr>
          <p:cNvPr id="4" name="">
            <a:extLst xmlns:a="http://schemas.openxmlformats.org/drawingml/2006/main">
              <a:ext uri="{FF2B5EF4-FFF2-40B4-BE49-F238E27FC236}">
                <a16:creationId xmlns:a16="http://schemas.microsoft.com/office/drawing/2014/main" id="{D9FC1499-06C5-45B3-B1FC-55280E1A2A5C}"/>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35404D"/>
            </a:solidFill>
            <a:prstDash val="solid"/>
          </a:ln>
        </p:spPr>
      </p:sp>
      <p:sp>
        <p:nvSpPr>
          <p:cNvPr id="5" name="">
            <a:extLst xmlns:a="http://schemas.openxmlformats.org/drawingml/2006/main">
              <a:ext uri="{FF2B5EF4-FFF2-40B4-BE49-F238E27FC236}">
                <a16:creationId xmlns:a16="http://schemas.microsoft.com/office/drawing/2014/main" id="{C56A5C30-DDEF-4217-9C60-F961987CB10E}"/>
              </a:ext>
            </a:extLst>
          </p:cNvPr>
          <p:cNvSpPr>
            <a:spLocks xmlns:a="http://schemas.openxmlformats.org/drawingml/2006/main" noGrp="1"/>
          </p:cNvSpPr>
          <p:nvPr/>
        </p:nvSpPr>
        <p:spPr>
          <a:xfrm xmlns:a="http://schemas.openxmlformats.org/drawingml/2006/main">
            <a:off x="11049000" y="390525"/>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07B87"/>
                </a:solidFill>
                <a:latin typeface="Aptos"/>
                <a:ea typeface="Aptos"/>
                <a:cs typeface="Aptos"/>
              </a:defRPr>
            </a:pPr>
            <a:r>
              <a:rPr sz="750" b="1" i="0">
                <a:solidFill>
                  <a:srgbClr val="707B87"/>
                </a:solidFill>
                <a:latin typeface="Aptos"/>
                <a:ea typeface="Aptos"/>
                <a:cs typeface="Aptos"/>
              </a:rPr>
              <a:t>09</a:t>
            </a:r>
          </a:p>
        </p:txBody>
      </p:sp>
      <p:sp>
        <p:nvSpPr>
          <p:cNvPr id="6" name="">
            <a:extLst xmlns:a="http://schemas.openxmlformats.org/drawingml/2006/main">
              <a:ext uri="{FF2B5EF4-FFF2-40B4-BE49-F238E27FC236}">
                <a16:creationId xmlns:a16="http://schemas.microsoft.com/office/drawing/2014/main" id="{1B06BD9F-F46D-44E9-A1F4-4E56A433ABE5}"/>
              </a:ext>
            </a:extLst>
          </p:cNvPr>
          <p:cNvSpPr>
            <a:spLocks xmlns:a="http://schemas.openxmlformats.org/drawingml/2006/main" noGrp="1"/>
          </p:cNvSpPr>
          <p:nvPr/>
        </p:nvSpPr>
        <p:spPr>
          <a:xfrm xmlns:a="http://schemas.openxmlformats.org/drawingml/2006/main">
            <a:off x="590550" y="1762125"/>
            <a:ext cx="781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225" b="1" i="0">
                <a:solidFill>
                  <a:srgbClr val="C69A58"/>
                </a:solidFill>
                <a:latin typeface="Georgia"/>
                <a:ea typeface="Georgia"/>
                <a:cs typeface="Georgia"/>
              </a:defRPr>
            </a:pPr>
            <a:r>
              <a:rPr sz="3225" b="1" i="0">
                <a:solidFill>
                  <a:srgbClr val="C69A58"/>
                </a:solidFill>
                <a:latin typeface="Georgia"/>
                <a:ea typeface="Georgia"/>
                <a:cs typeface="Georgia"/>
              </a:rPr>
              <a:t>01</a:t>
            </a:r>
          </a:p>
        </p:txBody>
      </p:sp>
      <p:sp>
        <p:nvSpPr>
          <p:cNvPr id="7" name="">
            <a:extLst xmlns:a="http://schemas.openxmlformats.org/drawingml/2006/main">
              <a:ext uri="{FF2B5EF4-FFF2-40B4-BE49-F238E27FC236}">
                <a16:creationId xmlns:a16="http://schemas.microsoft.com/office/drawing/2014/main" id="{5D483543-FCEF-4084-8655-13CC5FAC4181}"/>
              </a:ext>
            </a:extLst>
          </p:cNvPr>
          <p:cNvSpPr>
            <a:spLocks xmlns:a="http://schemas.openxmlformats.org/drawingml/2006/main" noGrp="1"/>
          </p:cNvSpPr>
          <p:nvPr/>
        </p:nvSpPr>
        <p:spPr>
          <a:xfrm xmlns:a="http://schemas.openxmlformats.org/drawingml/2006/main">
            <a:off x="590550" y="2419350"/>
            <a:ext cx="2333625" cy="0"/>
          </a:xfrm>
          <a:prstGeom xmlns:a="http://schemas.openxmlformats.org/drawingml/2006/main" prst="line">
            <a:avLst/>
          </a:prstGeom>
          <a:noFill xmlns:a="http://schemas.openxmlformats.org/drawingml/2006/main"/>
          <a:ln xmlns:a="http://schemas.openxmlformats.org/drawingml/2006/main" w="9525">
            <a:solidFill>
              <a:srgbClr val="394450"/>
            </a:solidFill>
            <a:prstDash val="solid"/>
          </a:ln>
        </p:spPr>
      </p:sp>
      <p:sp>
        <p:nvSpPr>
          <p:cNvPr id="8" name="">
            <a:extLst xmlns:a="http://schemas.openxmlformats.org/drawingml/2006/main">
              <a:ext uri="{FF2B5EF4-FFF2-40B4-BE49-F238E27FC236}">
                <a16:creationId xmlns:a16="http://schemas.microsoft.com/office/drawing/2014/main" id="{7D91AB84-54AE-4840-9461-ABA2112F56A9}"/>
              </a:ext>
            </a:extLst>
          </p:cNvPr>
          <p:cNvSpPr>
            <a:spLocks xmlns:a="http://schemas.openxmlformats.org/drawingml/2006/main" noGrp="1"/>
          </p:cNvSpPr>
          <p:nvPr/>
        </p:nvSpPr>
        <p:spPr>
          <a:xfrm xmlns:a="http://schemas.openxmlformats.org/drawingml/2006/main">
            <a:off x="590550" y="2686050"/>
            <a:ext cx="2333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6F0E5"/>
                </a:solidFill>
                <a:latin typeface="Aptos"/>
                <a:ea typeface="Aptos"/>
                <a:cs typeface="Aptos"/>
              </a:defRPr>
            </a:pPr>
            <a:r>
              <a:rPr sz="1125" b="1" i="0">
                <a:solidFill>
                  <a:srgbClr val="F6F0E5"/>
                </a:solidFill>
                <a:latin typeface="Aptos"/>
                <a:ea typeface="Aptos"/>
                <a:cs typeface="Aptos"/>
              </a:rPr>
              <a:t>MOTIVE</a:t>
            </a:r>
          </a:p>
        </p:txBody>
      </p:sp>
      <p:sp>
        <p:nvSpPr>
          <p:cNvPr id="9" name="">
            <a:extLst xmlns:a="http://schemas.openxmlformats.org/drawingml/2006/main">
              <a:ext uri="{FF2B5EF4-FFF2-40B4-BE49-F238E27FC236}">
                <a16:creationId xmlns:a16="http://schemas.microsoft.com/office/drawing/2014/main" id="{CE949CFA-7F38-430F-A13B-B41B23144945}"/>
              </a:ext>
            </a:extLst>
          </p:cNvPr>
          <p:cNvSpPr>
            <a:spLocks xmlns:a="http://schemas.openxmlformats.org/drawingml/2006/main" noGrp="1"/>
          </p:cNvSpPr>
          <p:nvPr/>
        </p:nvSpPr>
        <p:spPr>
          <a:xfrm xmlns:a="http://schemas.openxmlformats.org/drawingml/2006/main">
            <a:off x="590550" y="3133725"/>
            <a:ext cx="2333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i="0">
                <a:solidFill>
                  <a:srgbClr val="AAA59D"/>
                </a:solidFill>
                <a:latin typeface="Aptos"/>
                <a:ea typeface="Aptos"/>
                <a:cs typeface="Aptos"/>
              </a:defRPr>
            </a:pPr>
            <a:r>
              <a:rPr sz="1500" b="0" i="0">
                <a:solidFill>
                  <a:srgbClr val="AAA59D"/>
                </a:solidFill>
                <a:latin typeface="Aptos"/>
                <a:ea typeface="Aptos"/>
                <a:cs typeface="Aptos"/>
              </a:rPr>
              <a:t>money and Grushenka</a:t>
            </a:r>
          </a:p>
        </p:txBody>
      </p:sp>
      <p:sp>
        <p:nvSpPr>
          <p:cNvPr id="10" name="">
            <a:extLst xmlns:a="http://schemas.openxmlformats.org/drawingml/2006/main">
              <a:ext uri="{FF2B5EF4-FFF2-40B4-BE49-F238E27FC236}">
                <a16:creationId xmlns:a16="http://schemas.microsoft.com/office/drawing/2014/main" id="{F8EEE0FB-C1FF-4A30-A632-7C9B53258562}"/>
              </a:ext>
            </a:extLst>
          </p:cNvPr>
          <p:cNvSpPr>
            <a:spLocks xmlns:a="http://schemas.openxmlformats.org/drawingml/2006/main" noGrp="1"/>
          </p:cNvSpPr>
          <p:nvPr/>
        </p:nvSpPr>
        <p:spPr>
          <a:xfrm xmlns:a="http://schemas.openxmlformats.org/drawingml/2006/main">
            <a:off x="3467100" y="1762125"/>
            <a:ext cx="781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225" b="1" i="0">
                <a:solidFill>
                  <a:srgbClr val="C69A58"/>
                </a:solidFill>
                <a:latin typeface="Georgia"/>
                <a:ea typeface="Georgia"/>
                <a:cs typeface="Georgia"/>
              </a:defRPr>
            </a:pPr>
            <a:r>
              <a:rPr sz="3225" b="1" i="0">
                <a:solidFill>
                  <a:srgbClr val="C69A58"/>
                </a:solidFill>
                <a:latin typeface="Georgia"/>
                <a:ea typeface="Georgia"/>
                <a:cs typeface="Georgia"/>
              </a:rPr>
              <a:t>02</a:t>
            </a:r>
          </a:p>
        </p:txBody>
      </p:sp>
      <p:sp>
        <p:nvSpPr>
          <p:cNvPr id="11" name="">
            <a:extLst xmlns:a="http://schemas.openxmlformats.org/drawingml/2006/main">
              <a:ext uri="{FF2B5EF4-FFF2-40B4-BE49-F238E27FC236}">
                <a16:creationId xmlns:a16="http://schemas.microsoft.com/office/drawing/2014/main" id="{7977ACC3-0783-4B93-8C39-9D4D5F3DD16F}"/>
              </a:ext>
            </a:extLst>
          </p:cNvPr>
          <p:cNvSpPr>
            <a:spLocks xmlns:a="http://schemas.openxmlformats.org/drawingml/2006/main" noGrp="1"/>
          </p:cNvSpPr>
          <p:nvPr/>
        </p:nvSpPr>
        <p:spPr>
          <a:xfrm xmlns:a="http://schemas.openxmlformats.org/drawingml/2006/main">
            <a:off x="3467100" y="2419350"/>
            <a:ext cx="2333625" cy="0"/>
          </a:xfrm>
          <a:prstGeom xmlns:a="http://schemas.openxmlformats.org/drawingml/2006/main" prst="line">
            <a:avLst/>
          </a:prstGeom>
          <a:noFill xmlns:a="http://schemas.openxmlformats.org/drawingml/2006/main"/>
          <a:ln xmlns:a="http://schemas.openxmlformats.org/drawingml/2006/main" w="9525">
            <a:solidFill>
              <a:srgbClr val="394450"/>
            </a:solidFill>
            <a:prstDash val="solid"/>
          </a:ln>
        </p:spPr>
      </p:sp>
      <p:sp>
        <p:nvSpPr>
          <p:cNvPr id="12" name="">
            <a:extLst xmlns:a="http://schemas.openxmlformats.org/drawingml/2006/main">
              <a:ext uri="{FF2B5EF4-FFF2-40B4-BE49-F238E27FC236}">
                <a16:creationId xmlns:a16="http://schemas.microsoft.com/office/drawing/2014/main" id="{85ED49AC-0934-48DC-88DD-E327419F82FE}"/>
              </a:ext>
            </a:extLst>
          </p:cNvPr>
          <p:cNvSpPr>
            <a:spLocks xmlns:a="http://schemas.openxmlformats.org/drawingml/2006/main" noGrp="1"/>
          </p:cNvSpPr>
          <p:nvPr/>
        </p:nvSpPr>
        <p:spPr>
          <a:xfrm xmlns:a="http://schemas.openxmlformats.org/drawingml/2006/main">
            <a:off x="3467100" y="2686050"/>
            <a:ext cx="2333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6F0E5"/>
                </a:solidFill>
                <a:latin typeface="Aptos"/>
                <a:ea typeface="Aptos"/>
                <a:cs typeface="Aptos"/>
              </a:defRPr>
            </a:pPr>
            <a:r>
              <a:rPr sz="1125" b="1" i="0">
                <a:solidFill>
                  <a:srgbClr val="F6F0E5"/>
                </a:solidFill>
                <a:latin typeface="Aptos"/>
                <a:ea typeface="Aptos"/>
                <a:cs typeface="Aptos"/>
              </a:rPr>
              <a:t>THREATS</a:t>
            </a:r>
          </a:p>
        </p:txBody>
      </p:sp>
      <p:sp>
        <p:nvSpPr>
          <p:cNvPr id="13" name="">
            <a:extLst xmlns:a="http://schemas.openxmlformats.org/drawingml/2006/main">
              <a:ext uri="{FF2B5EF4-FFF2-40B4-BE49-F238E27FC236}">
                <a16:creationId xmlns:a16="http://schemas.microsoft.com/office/drawing/2014/main" id="{C4427767-2A84-4334-A212-9F59F0DA06D7}"/>
              </a:ext>
            </a:extLst>
          </p:cNvPr>
          <p:cNvSpPr>
            <a:spLocks xmlns:a="http://schemas.openxmlformats.org/drawingml/2006/main" noGrp="1"/>
          </p:cNvSpPr>
          <p:nvPr/>
        </p:nvSpPr>
        <p:spPr>
          <a:xfrm xmlns:a="http://schemas.openxmlformats.org/drawingml/2006/main">
            <a:off x="3467100" y="3133725"/>
            <a:ext cx="2333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i="0">
                <a:solidFill>
                  <a:srgbClr val="AAA59D"/>
                </a:solidFill>
                <a:latin typeface="Aptos"/>
                <a:ea typeface="Aptos"/>
                <a:cs typeface="Aptos"/>
              </a:defRPr>
            </a:pPr>
            <a:r>
              <a:rPr sz="1500" b="0" i="0">
                <a:solidFill>
                  <a:srgbClr val="AAA59D"/>
                </a:solidFill>
                <a:latin typeface="Aptos"/>
                <a:ea typeface="Aptos"/>
                <a:cs typeface="Aptos"/>
              </a:rPr>
              <a:t>heard by witnesses</a:t>
            </a:r>
          </a:p>
        </p:txBody>
      </p:sp>
      <p:sp>
        <p:nvSpPr>
          <p:cNvPr id="14" name="">
            <a:extLst xmlns:a="http://schemas.openxmlformats.org/drawingml/2006/main">
              <a:ext uri="{FF2B5EF4-FFF2-40B4-BE49-F238E27FC236}">
                <a16:creationId xmlns:a16="http://schemas.microsoft.com/office/drawing/2014/main" id="{A018472A-D008-4B96-BCA5-6C3007E76B16}"/>
              </a:ext>
            </a:extLst>
          </p:cNvPr>
          <p:cNvSpPr>
            <a:spLocks xmlns:a="http://schemas.openxmlformats.org/drawingml/2006/main" noGrp="1"/>
          </p:cNvSpPr>
          <p:nvPr/>
        </p:nvSpPr>
        <p:spPr>
          <a:xfrm xmlns:a="http://schemas.openxmlformats.org/drawingml/2006/main">
            <a:off x="6343650" y="1762125"/>
            <a:ext cx="781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225" b="1" i="0">
                <a:solidFill>
                  <a:srgbClr val="C69A58"/>
                </a:solidFill>
                <a:latin typeface="Georgia"/>
                <a:ea typeface="Georgia"/>
                <a:cs typeface="Georgia"/>
              </a:defRPr>
            </a:pPr>
            <a:r>
              <a:rPr sz="3225" b="1" i="0">
                <a:solidFill>
                  <a:srgbClr val="C69A58"/>
                </a:solidFill>
                <a:latin typeface="Georgia"/>
                <a:ea typeface="Georgia"/>
                <a:cs typeface="Georgia"/>
              </a:rPr>
              <a:t>03</a:t>
            </a:r>
          </a:p>
        </p:txBody>
      </p:sp>
      <p:sp>
        <p:nvSpPr>
          <p:cNvPr id="15" name="">
            <a:extLst xmlns:a="http://schemas.openxmlformats.org/drawingml/2006/main">
              <a:ext uri="{FF2B5EF4-FFF2-40B4-BE49-F238E27FC236}">
                <a16:creationId xmlns:a16="http://schemas.microsoft.com/office/drawing/2014/main" id="{80F0792C-3745-4ECF-97C1-8CEEA7E7AE31}"/>
              </a:ext>
            </a:extLst>
          </p:cNvPr>
          <p:cNvSpPr>
            <a:spLocks xmlns:a="http://schemas.openxmlformats.org/drawingml/2006/main" noGrp="1"/>
          </p:cNvSpPr>
          <p:nvPr/>
        </p:nvSpPr>
        <p:spPr>
          <a:xfrm xmlns:a="http://schemas.openxmlformats.org/drawingml/2006/main">
            <a:off x="6343650" y="2419350"/>
            <a:ext cx="2333625" cy="0"/>
          </a:xfrm>
          <a:prstGeom xmlns:a="http://schemas.openxmlformats.org/drawingml/2006/main" prst="line">
            <a:avLst/>
          </a:prstGeom>
          <a:noFill xmlns:a="http://schemas.openxmlformats.org/drawingml/2006/main"/>
          <a:ln xmlns:a="http://schemas.openxmlformats.org/drawingml/2006/main" w="9525">
            <a:solidFill>
              <a:srgbClr val="394450"/>
            </a:solidFill>
            <a:prstDash val="solid"/>
          </a:ln>
        </p:spPr>
      </p:sp>
      <p:sp>
        <p:nvSpPr>
          <p:cNvPr id="16" name="">
            <a:extLst xmlns:a="http://schemas.openxmlformats.org/drawingml/2006/main">
              <a:ext uri="{FF2B5EF4-FFF2-40B4-BE49-F238E27FC236}">
                <a16:creationId xmlns:a16="http://schemas.microsoft.com/office/drawing/2014/main" id="{FA384E4F-729B-481B-9390-F4D8587080B8}"/>
              </a:ext>
            </a:extLst>
          </p:cNvPr>
          <p:cNvSpPr>
            <a:spLocks xmlns:a="http://schemas.openxmlformats.org/drawingml/2006/main" noGrp="1"/>
          </p:cNvSpPr>
          <p:nvPr/>
        </p:nvSpPr>
        <p:spPr>
          <a:xfrm xmlns:a="http://schemas.openxmlformats.org/drawingml/2006/main">
            <a:off x="6343650" y="2686050"/>
            <a:ext cx="2333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6F0E5"/>
                </a:solidFill>
                <a:latin typeface="Aptos"/>
                <a:ea typeface="Aptos"/>
                <a:cs typeface="Aptos"/>
              </a:defRPr>
            </a:pPr>
            <a:r>
              <a:rPr sz="1125" b="1" i="0">
                <a:solidFill>
                  <a:srgbClr val="F6F0E5"/>
                </a:solidFill>
                <a:latin typeface="Aptos"/>
                <a:ea typeface="Aptos"/>
                <a:cs typeface="Aptos"/>
              </a:rPr>
              <a:t>BLOOD</a:t>
            </a:r>
          </a:p>
        </p:txBody>
      </p:sp>
      <p:sp>
        <p:nvSpPr>
          <p:cNvPr id="17" name="">
            <a:extLst xmlns:a="http://schemas.openxmlformats.org/drawingml/2006/main">
              <a:ext uri="{FF2B5EF4-FFF2-40B4-BE49-F238E27FC236}">
                <a16:creationId xmlns:a16="http://schemas.microsoft.com/office/drawing/2014/main" id="{31631B5C-D84C-44BC-B9CD-FEDEDB75F993}"/>
              </a:ext>
            </a:extLst>
          </p:cNvPr>
          <p:cNvSpPr>
            <a:spLocks xmlns:a="http://schemas.openxmlformats.org/drawingml/2006/main" noGrp="1"/>
          </p:cNvSpPr>
          <p:nvPr/>
        </p:nvSpPr>
        <p:spPr>
          <a:xfrm xmlns:a="http://schemas.openxmlformats.org/drawingml/2006/main">
            <a:off x="6343650" y="3133725"/>
            <a:ext cx="2333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i="0">
                <a:solidFill>
                  <a:srgbClr val="AAA59D"/>
                </a:solidFill>
                <a:latin typeface="Aptos"/>
                <a:ea typeface="Aptos"/>
                <a:cs typeface="Aptos"/>
              </a:defRPr>
            </a:pPr>
            <a:r>
              <a:rPr sz="1500" b="0" i="0">
                <a:solidFill>
                  <a:srgbClr val="AAA59D"/>
                </a:solidFill>
                <a:latin typeface="Aptos"/>
                <a:ea typeface="Aptos"/>
                <a:cs typeface="Aptos"/>
              </a:rPr>
              <a:t>from attacking Grigory</a:t>
            </a:r>
          </a:p>
        </p:txBody>
      </p:sp>
      <p:sp>
        <p:nvSpPr>
          <p:cNvPr id="18" name="">
            <a:extLst xmlns:a="http://schemas.openxmlformats.org/drawingml/2006/main">
              <a:ext uri="{FF2B5EF4-FFF2-40B4-BE49-F238E27FC236}">
                <a16:creationId xmlns:a16="http://schemas.microsoft.com/office/drawing/2014/main" id="{2D210953-AB33-458A-BB5A-0CD7ADFC3FA4}"/>
              </a:ext>
            </a:extLst>
          </p:cNvPr>
          <p:cNvSpPr>
            <a:spLocks xmlns:a="http://schemas.openxmlformats.org/drawingml/2006/main" noGrp="1"/>
          </p:cNvSpPr>
          <p:nvPr/>
        </p:nvSpPr>
        <p:spPr>
          <a:xfrm xmlns:a="http://schemas.openxmlformats.org/drawingml/2006/main">
            <a:off x="9220200" y="1762125"/>
            <a:ext cx="781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225" b="1" i="0">
                <a:solidFill>
                  <a:srgbClr val="B35A45"/>
                </a:solidFill>
                <a:latin typeface="Georgia"/>
                <a:ea typeface="Georgia"/>
                <a:cs typeface="Georgia"/>
              </a:defRPr>
            </a:pPr>
            <a:r>
              <a:rPr sz="3225" b="1" i="0">
                <a:solidFill>
                  <a:srgbClr val="B35A45"/>
                </a:solidFill>
                <a:latin typeface="Georgia"/>
                <a:ea typeface="Georgia"/>
                <a:cs typeface="Georgia"/>
              </a:rPr>
              <a:t>04</a:t>
            </a:r>
          </a:p>
        </p:txBody>
      </p:sp>
      <p:sp>
        <p:nvSpPr>
          <p:cNvPr id="19" name="">
            <a:extLst xmlns:a="http://schemas.openxmlformats.org/drawingml/2006/main">
              <a:ext uri="{FF2B5EF4-FFF2-40B4-BE49-F238E27FC236}">
                <a16:creationId xmlns:a16="http://schemas.microsoft.com/office/drawing/2014/main" id="{F718B099-A558-402F-84F8-C58C4BCA1F0F}"/>
              </a:ext>
            </a:extLst>
          </p:cNvPr>
          <p:cNvSpPr>
            <a:spLocks xmlns:a="http://schemas.openxmlformats.org/drawingml/2006/main" noGrp="1"/>
          </p:cNvSpPr>
          <p:nvPr/>
        </p:nvSpPr>
        <p:spPr>
          <a:xfrm xmlns:a="http://schemas.openxmlformats.org/drawingml/2006/main">
            <a:off x="9220200" y="2419350"/>
            <a:ext cx="2333625" cy="0"/>
          </a:xfrm>
          <a:prstGeom xmlns:a="http://schemas.openxmlformats.org/drawingml/2006/main" prst="line">
            <a:avLst/>
          </a:prstGeom>
          <a:noFill xmlns:a="http://schemas.openxmlformats.org/drawingml/2006/main"/>
          <a:ln xmlns:a="http://schemas.openxmlformats.org/drawingml/2006/main" w="9525">
            <a:solidFill>
              <a:srgbClr val="394450"/>
            </a:solidFill>
            <a:prstDash val="solid"/>
          </a:ln>
        </p:spPr>
      </p:sp>
      <p:sp>
        <p:nvSpPr>
          <p:cNvPr id="20" name="">
            <a:extLst xmlns:a="http://schemas.openxmlformats.org/drawingml/2006/main">
              <a:ext uri="{FF2B5EF4-FFF2-40B4-BE49-F238E27FC236}">
                <a16:creationId xmlns:a16="http://schemas.microsoft.com/office/drawing/2014/main" id="{953AA3F0-0E62-4883-A9F9-AB0AB8F5B04D}"/>
              </a:ext>
            </a:extLst>
          </p:cNvPr>
          <p:cNvSpPr>
            <a:spLocks xmlns:a="http://schemas.openxmlformats.org/drawingml/2006/main" noGrp="1"/>
          </p:cNvSpPr>
          <p:nvPr/>
        </p:nvSpPr>
        <p:spPr>
          <a:xfrm xmlns:a="http://schemas.openxmlformats.org/drawingml/2006/main">
            <a:off x="9220200" y="2686050"/>
            <a:ext cx="2333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6F0E5"/>
                </a:solidFill>
                <a:latin typeface="Aptos"/>
                <a:ea typeface="Aptos"/>
                <a:cs typeface="Aptos"/>
              </a:defRPr>
            </a:pPr>
            <a:r>
              <a:rPr sz="1125" b="1" i="0">
                <a:solidFill>
                  <a:srgbClr val="F6F0E5"/>
                </a:solidFill>
                <a:latin typeface="Aptos"/>
                <a:ea typeface="Aptos"/>
                <a:cs typeface="Aptos"/>
              </a:rPr>
              <a:t>CASH</a:t>
            </a:r>
          </a:p>
        </p:txBody>
      </p:sp>
      <p:sp>
        <p:nvSpPr>
          <p:cNvPr id="21" name="">
            <a:extLst xmlns:a="http://schemas.openxmlformats.org/drawingml/2006/main">
              <a:ext uri="{FF2B5EF4-FFF2-40B4-BE49-F238E27FC236}">
                <a16:creationId xmlns:a16="http://schemas.microsoft.com/office/drawing/2014/main" id="{EC2FF4A9-FA4A-47CA-8B05-BFEBB3AA6AB5}"/>
              </a:ext>
            </a:extLst>
          </p:cNvPr>
          <p:cNvSpPr>
            <a:spLocks xmlns:a="http://schemas.openxmlformats.org/drawingml/2006/main" noGrp="1"/>
          </p:cNvSpPr>
          <p:nvPr/>
        </p:nvSpPr>
        <p:spPr>
          <a:xfrm xmlns:a="http://schemas.openxmlformats.org/drawingml/2006/main">
            <a:off x="9220200" y="3133725"/>
            <a:ext cx="2333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i="0">
                <a:solidFill>
                  <a:srgbClr val="AAA59D"/>
                </a:solidFill>
                <a:latin typeface="Aptos"/>
                <a:ea typeface="Aptos"/>
                <a:cs typeface="Aptos"/>
              </a:defRPr>
            </a:pPr>
            <a:r>
              <a:rPr sz="1500" b="0" i="0">
                <a:solidFill>
                  <a:srgbClr val="AAA59D"/>
                </a:solidFill>
                <a:latin typeface="Aptos"/>
                <a:ea typeface="Aptos"/>
                <a:cs typeface="Aptos"/>
              </a:rPr>
              <a:t>appears after the murder</a:t>
            </a:r>
          </a:p>
        </p:txBody>
      </p:sp>
      <p:sp>
        <p:nvSpPr>
          <p:cNvPr id="22" name="">
            <a:extLst xmlns:a="http://schemas.openxmlformats.org/drawingml/2006/main">
              <a:ext uri="{FF2B5EF4-FFF2-40B4-BE49-F238E27FC236}">
                <a16:creationId xmlns:a16="http://schemas.microsoft.com/office/drawing/2014/main" id="{7176E5E3-7A2D-4F5D-A2B3-4FEB761A22B1}"/>
              </a:ext>
            </a:extLst>
          </p:cNvPr>
          <p:cNvSpPr>
            <a:spLocks xmlns:a="http://schemas.openxmlformats.org/drawingml/2006/main" noGrp="1"/>
          </p:cNvSpPr>
          <p:nvPr/>
        </p:nvSpPr>
        <p:spPr>
          <a:xfrm xmlns:a="http://schemas.openxmlformats.org/drawingml/2006/main">
            <a:off x="1952625" y="4953000"/>
            <a:ext cx="8286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550" b="0" i="1">
                <a:solidFill>
                  <a:srgbClr val="E8DDC8"/>
                </a:solidFill>
                <a:latin typeface="Georgia"/>
                <a:ea typeface="Georgia"/>
                <a:cs typeface="Georgia"/>
              </a:defRPr>
            </a:pPr>
            <a:r>
              <a:rPr sz="2550" b="0" i="1">
                <a:solidFill>
                  <a:srgbClr val="E8DDC8"/>
                </a:solidFill>
                <a:latin typeface="Georgia"/>
                <a:ea typeface="Georgia"/>
                <a:cs typeface="Georgia"/>
              </a:rPr>
              <a:t>Every fact is real. Their combined story is false.</a:t>
            </a:r>
          </a:p>
        </p:txBody>
      </p:sp>
      <p:sp>
        <p:nvSpPr>
          <p:cNvPr id="23" name="">
            <a:extLst xmlns:a="http://schemas.openxmlformats.org/drawingml/2006/main">
              <a:ext uri="{FF2B5EF4-FFF2-40B4-BE49-F238E27FC236}">
                <a16:creationId xmlns:a16="http://schemas.microsoft.com/office/drawing/2014/main" id="{84A7B3E5-DAEE-472F-851F-4B7DD711CD07}"/>
              </a:ext>
            </a:extLst>
          </p:cNvPr>
          <p:cNvSpPr>
            <a:spLocks xmlns:a="http://schemas.openxmlformats.org/drawingml/2006/main" noGrp="1"/>
          </p:cNvSpPr>
          <p:nvPr/>
        </p:nvSpPr>
        <p:spPr>
          <a:xfrm xmlns:a="http://schemas.openxmlformats.org/drawingml/2006/main">
            <a:off x="609600" y="6515100"/>
            <a:ext cx="3143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675" b="1" i="0">
                <a:solidFill>
                  <a:srgbClr val="707B87"/>
                </a:solidFill>
                <a:latin typeface="Aptos"/>
                <a:ea typeface="Aptos"/>
                <a:cs typeface="Aptos"/>
              </a:defRPr>
            </a:pPr>
            <a:r>
              <a:rPr sz="675" b="1" i="0">
                <a:solidFill>
                  <a:srgbClr val="707B87"/>
                </a:solidFill>
                <a:latin typeface="Aptos"/>
                <a:ea typeface="Aptos"/>
                <a:cs typeface="Aptos"/>
              </a:rPr>
              <a:t>THE BROTHERS KARAMAZOV</a:t>
            </a:r>
          </a:p>
        </p:txBody>
      </p:sp>
      <p:sp>
        <p:nvSpPr>
          <p:cNvPr id="24" name="">
            <a:extLst xmlns:a="http://schemas.openxmlformats.org/drawingml/2006/main">
              <a:ext uri="{FF2B5EF4-FFF2-40B4-BE49-F238E27FC236}">
                <a16:creationId xmlns:a16="http://schemas.microsoft.com/office/drawing/2014/main" id="{D39178BB-1D4D-44EC-9EE5-B29277ADEDF1}"/>
              </a:ext>
            </a:extLst>
          </p:cNvPr>
          <p:cNvSpPr>
            <a:spLocks xmlns:a="http://schemas.openxmlformats.org/drawingml/2006/main" noGrp="1"/>
          </p:cNvSpPr>
          <p:nvPr/>
        </p:nvSpPr>
        <p:spPr>
          <a:xfrm xmlns:a="http://schemas.openxmlformats.org/drawingml/2006/main">
            <a:off x="11049000" y="6515100"/>
            <a:ext cx="533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675" b="1" i="0">
                <a:solidFill>
                  <a:srgbClr val="707B87"/>
                </a:solidFill>
                <a:latin typeface="Aptos"/>
                <a:ea typeface="Aptos"/>
                <a:cs typeface="Aptos"/>
              </a:defRPr>
            </a:pPr>
            <a:r>
              <a:rPr sz="675" b="1" i="0">
                <a:solidFill>
                  <a:srgbClr val="707B87"/>
                </a:solidFill>
                <a:latin typeface="Aptos"/>
                <a:ea typeface="Aptos"/>
                <a:cs typeface="Aptos"/>
              </a:rPr>
              <a:t>09</a:t>
            </a:r>
          </a:p>
        </p:txBody>
      </p:sp>
    </p:spTree>
    <p:extLst>
      <p:ext uri="{BB962C8B-B14F-4D97-AF65-F5344CB8AC3E}">
        <p14:creationId xmlns:p14="http://schemas.microsoft.com/office/powerpoint/2010/main" val="1995466925"/>
      </p:ext>
    </p:extLst>
  </p:cSld>
</p:sld>
</file>

<file path=ppt/slides/slide10.xml><?xml version="1.0" encoding="utf-8"?>
<p:sld xmlns:p="http://schemas.openxmlformats.org/presentationml/2006/main">
  <p:cSld>
    <p:bg>
      <p:bgPr>
        <a:solidFill xmlns:a="http://schemas.openxmlformats.org/drawingml/2006/main">
          <a:srgbClr val="7A263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B45C378-B748-4DC3-A994-892A06606AB7}"/>
              </a:ext>
            </a:extLst>
          </p:cNvPr>
          <p:cNvSpPr>
            <a:spLocks xmlns:a="http://schemas.openxmlformats.org/drawingml/2006/main" noGrp="1"/>
          </p:cNvSpPr>
          <p:nvPr/>
        </p:nvSpPr>
        <p:spPr>
          <a:xfrm xmlns:a="http://schemas.openxmlformats.org/drawingml/2006/main">
            <a:off x="609600" y="361950"/>
            <a:ext cx="1257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9FB7C8"/>
                </a:solidFill>
                <a:latin typeface="Aptos"/>
                <a:ea typeface="Aptos"/>
                <a:cs typeface="Aptos"/>
              </a:defRPr>
            </a:pPr>
            <a:r>
              <a:rPr sz="900" b="1" i="0">
                <a:solidFill>
                  <a:srgbClr val="9FB7C8"/>
                </a:solidFill>
                <a:latin typeface="Aptos"/>
                <a:ea typeface="Aptos"/>
                <a:cs typeface="Aptos"/>
              </a:rPr>
              <a:t>SPEAKER 3</a:t>
            </a:r>
          </a:p>
        </p:txBody>
      </p:sp>
      <p:sp>
        <p:nvSpPr>
          <p:cNvPr id="2" name="">
            <a:extLst xmlns:a="http://schemas.openxmlformats.org/drawingml/2006/main">
              <a:ext uri="{FF2B5EF4-FFF2-40B4-BE49-F238E27FC236}">
                <a16:creationId xmlns:a16="http://schemas.microsoft.com/office/drawing/2014/main" id="{E11A19E0-6348-4741-A205-D2D9DB1E1762}"/>
              </a:ext>
            </a:extLst>
          </p:cNvPr>
          <p:cNvSpPr>
            <a:spLocks xmlns:a="http://schemas.openxmlformats.org/drawingml/2006/main" noGrp="1"/>
          </p:cNvSpPr>
          <p:nvPr/>
        </p:nvSpPr>
        <p:spPr>
          <a:xfrm xmlns:a="http://schemas.openxmlformats.org/drawingml/2006/main">
            <a:off x="1924050" y="36195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AAA59D"/>
                </a:solidFill>
                <a:latin typeface="Aptos"/>
                <a:ea typeface="Aptos"/>
                <a:cs typeface="Aptos"/>
              </a:defRPr>
            </a:pPr>
            <a:r>
              <a:rPr sz="900" b="1" i="0">
                <a:solidFill>
                  <a:srgbClr val="AAA59D"/>
                </a:solidFill>
                <a:latin typeface="Aptos"/>
                <a:ea typeface="Aptos"/>
                <a:cs typeface="Aptos"/>
              </a:rPr>
              <a:t>STORY III     0:55</a:t>
            </a:r>
          </a:p>
        </p:txBody>
      </p:sp>
      <p:sp>
        <p:nvSpPr>
          <p:cNvPr id="3" name="">
            <a:extLst xmlns:a="http://schemas.openxmlformats.org/drawingml/2006/main">
              <a:ext uri="{FF2B5EF4-FFF2-40B4-BE49-F238E27FC236}">
                <a16:creationId xmlns:a16="http://schemas.microsoft.com/office/drawing/2014/main" id="{E28A45E6-1E6E-4C29-81B4-72AEBA67B380}"/>
              </a:ext>
            </a:extLst>
          </p:cNvPr>
          <p:cNvSpPr>
            <a:spLocks xmlns:a="http://schemas.openxmlformats.org/drawingml/2006/main" noGrp="1"/>
          </p:cNvSpPr>
          <p:nvPr/>
        </p:nvSpPr>
        <p:spPr>
          <a:xfrm xmlns:a="http://schemas.openxmlformats.org/drawingml/2006/main">
            <a:off x="609600" y="72390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75" b="1" i="0">
                <a:solidFill>
                  <a:srgbClr val="F6F0E5"/>
                </a:solidFill>
                <a:latin typeface="Georgia"/>
                <a:ea typeface="Georgia"/>
                <a:cs typeface="Georgia"/>
              </a:defRPr>
            </a:pPr>
            <a:r>
              <a:rPr sz="2775" b="1" i="0">
                <a:solidFill>
                  <a:srgbClr val="F6F0E5"/>
                </a:solidFill>
                <a:latin typeface="Georgia"/>
                <a:ea typeface="Georgia"/>
                <a:cs typeface="Georgia"/>
              </a:rPr>
              <a:t>Smerdyakov's confession</a:t>
            </a:r>
          </a:p>
        </p:txBody>
      </p:sp>
      <p:sp>
        <p:nvSpPr>
          <p:cNvPr id="4" name="">
            <a:extLst xmlns:a="http://schemas.openxmlformats.org/drawingml/2006/main">
              <a:ext uri="{FF2B5EF4-FFF2-40B4-BE49-F238E27FC236}">
                <a16:creationId xmlns:a16="http://schemas.microsoft.com/office/drawing/2014/main" id="{32B8524B-02AA-4697-BE31-46EC63772357}"/>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35404D"/>
            </a:solidFill>
            <a:prstDash val="solid"/>
          </a:ln>
        </p:spPr>
      </p:sp>
      <p:sp>
        <p:nvSpPr>
          <p:cNvPr id="5" name="">
            <a:extLst xmlns:a="http://schemas.openxmlformats.org/drawingml/2006/main">
              <a:ext uri="{FF2B5EF4-FFF2-40B4-BE49-F238E27FC236}">
                <a16:creationId xmlns:a16="http://schemas.microsoft.com/office/drawing/2014/main" id="{1F2A4FD5-F346-4310-B720-62C69BF20D53}"/>
              </a:ext>
            </a:extLst>
          </p:cNvPr>
          <p:cNvSpPr>
            <a:spLocks xmlns:a="http://schemas.openxmlformats.org/drawingml/2006/main" noGrp="1"/>
          </p:cNvSpPr>
          <p:nvPr/>
        </p:nvSpPr>
        <p:spPr>
          <a:xfrm xmlns:a="http://schemas.openxmlformats.org/drawingml/2006/main">
            <a:off x="11049000" y="390525"/>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07B87"/>
                </a:solidFill>
                <a:latin typeface="Aptos"/>
                <a:ea typeface="Aptos"/>
                <a:cs typeface="Aptos"/>
              </a:defRPr>
            </a:pPr>
            <a:r>
              <a:rPr sz="750" b="1" i="0">
                <a:solidFill>
                  <a:srgbClr val="707B87"/>
                </a:solidFill>
                <a:latin typeface="Aptos"/>
                <a:ea typeface="Aptos"/>
                <a:cs typeface="Aptos"/>
              </a:rPr>
              <a:t>10</a:t>
            </a:r>
          </a:p>
        </p:txBody>
      </p:sp>
      <p:sp>
        <p:nvSpPr>
          <p:cNvPr id="6" name="">
            <a:extLst xmlns:a="http://schemas.openxmlformats.org/drawingml/2006/main">
              <a:ext uri="{FF2B5EF4-FFF2-40B4-BE49-F238E27FC236}">
                <a16:creationId xmlns:a16="http://schemas.microsoft.com/office/drawing/2014/main" id="{0423A9B5-5EB3-416F-A490-83ACF47B6681}"/>
              </a:ext>
            </a:extLst>
          </p:cNvPr>
          <p:cNvSpPr>
            <a:spLocks xmlns:a="http://schemas.openxmlformats.org/drawingml/2006/main" noGrp="1"/>
          </p:cNvSpPr>
          <p:nvPr/>
        </p:nvSpPr>
        <p:spPr>
          <a:xfrm xmlns:a="http://schemas.openxmlformats.org/drawingml/2006/main">
            <a:off x="723900" y="167640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C69A58"/>
                </a:solidFill>
                <a:latin typeface="Aptos"/>
                <a:ea typeface="Aptos"/>
                <a:cs typeface="Aptos"/>
              </a:defRPr>
            </a:pPr>
            <a:r>
              <a:rPr sz="1050" b="1" i="0">
                <a:solidFill>
                  <a:srgbClr val="C69A58"/>
                </a:solidFill>
                <a:latin typeface="Aptos"/>
                <a:ea typeface="Aptos"/>
                <a:cs typeface="Aptos"/>
              </a:rPr>
              <a:t>SMERDYAKOV</a:t>
            </a:r>
          </a:p>
        </p:txBody>
      </p:sp>
      <p:sp>
        <p:nvSpPr>
          <p:cNvPr id="7" name="">
            <a:extLst xmlns:a="http://schemas.openxmlformats.org/drawingml/2006/main">
              <a:ext uri="{FF2B5EF4-FFF2-40B4-BE49-F238E27FC236}">
                <a16:creationId xmlns:a16="http://schemas.microsoft.com/office/drawing/2014/main" id="{699D4B9D-6FF9-4061-ACBC-8575ED3D51AF}"/>
              </a:ext>
            </a:extLst>
          </p:cNvPr>
          <p:cNvSpPr>
            <a:spLocks xmlns:a="http://schemas.openxmlformats.org/drawingml/2006/main" noGrp="1"/>
          </p:cNvSpPr>
          <p:nvPr/>
        </p:nvSpPr>
        <p:spPr>
          <a:xfrm xmlns:a="http://schemas.openxmlformats.org/drawingml/2006/main">
            <a:off x="723900" y="2095500"/>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225" b="1" i="0">
                <a:solidFill>
                  <a:srgbClr val="F6F0E5"/>
                </a:solidFill>
                <a:latin typeface="Georgia"/>
                <a:ea typeface="Georgia"/>
                <a:cs typeface="Georgia"/>
              </a:defRPr>
            </a:pPr>
            <a:r>
              <a:rPr sz="3225" b="1" i="0">
                <a:solidFill>
                  <a:srgbClr val="F6F0E5"/>
                </a:solidFill>
                <a:latin typeface="Georgia"/>
                <a:ea typeface="Georgia"/>
                <a:cs typeface="Georgia"/>
              </a:rPr>
              <a:t>admits the murder</a:t>
            </a:r>
          </a:p>
        </p:txBody>
      </p:sp>
      <p:sp>
        <p:nvSpPr>
          <p:cNvPr id="8" name="">
            <a:extLst xmlns:a="http://schemas.openxmlformats.org/drawingml/2006/main">
              <a:ext uri="{FF2B5EF4-FFF2-40B4-BE49-F238E27FC236}">
                <a16:creationId xmlns:a16="http://schemas.microsoft.com/office/drawing/2014/main" id="{99A216A8-56D0-4247-87FC-CDD9CC4CDA10}"/>
              </a:ext>
            </a:extLst>
          </p:cNvPr>
          <p:cNvSpPr>
            <a:spLocks xmlns:a="http://schemas.openxmlformats.org/drawingml/2006/main" noGrp="1"/>
          </p:cNvSpPr>
          <p:nvPr/>
        </p:nvSpPr>
        <p:spPr>
          <a:xfrm xmlns:a="http://schemas.openxmlformats.org/drawingml/2006/main">
            <a:off x="742950" y="295275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i="0">
                <a:solidFill>
                  <a:srgbClr val="E8DDC8"/>
                </a:solidFill>
                <a:latin typeface="Aptos"/>
                <a:ea typeface="Aptos"/>
                <a:cs typeface="Aptos"/>
              </a:defRPr>
            </a:pPr>
            <a:r>
              <a:rPr sz="1650" b="0" i="0">
                <a:solidFill>
                  <a:srgbClr val="E8DDC8"/>
                </a:solidFill>
                <a:latin typeface="Aptos"/>
                <a:ea typeface="Aptos"/>
                <a:cs typeface="Aptos"/>
              </a:rPr>
              <a:t>He returns the stolen money to Ivan.</a:t>
            </a:r>
          </a:p>
        </p:txBody>
      </p:sp>
      <p:sp>
        <p:nvSpPr>
          <p:cNvPr id="9" name="">
            <a:extLst xmlns:a="http://schemas.openxmlformats.org/drawingml/2006/main">
              <a:ext uri="{FF2B5EF4-FFF2-40B4-BE49-F238E27FC236}">
                <a16:creationId xmlns:a16="http://schemas.microsoft.com/office/drawing/2014/main" id="{F62B8E42-3884-4205-9D9D-B253A4A5F9E4}"/>
              </a:ext>
            </a:extLst>
          </p:cNvPr>
          <p:cNvSpPr>
            <a:spLocks xmlns:a="http://schemas.openxmlformats.org/drawingml/2006/main" noGrp="1"/>
          </p:cNvSpPr>
          <p:nvPr/>
        </p:nvSpPr>
        <p:spPr>
          <a:xfrm xmlns:a="http://schemas.openxmlformats.org/drawingml/2006/main">
            <a:off x="6096000" y="1619250"/>
            <a:ext cx="0" cy="3028950"/>
          </a:xfrm>
          <a:prstGeom xmlns:a="http://schemas.openxmlformats.org/drawingml/2006/main" prst="line">
            <a:avLst/>
          </a:prstGeom>
          <a:noFill xmlns:a="http://schemas.openxmlformats.org/drawingml/2006/main"/>
          <a:ln xmlns:a="http://schemas.openxmlformats.org/drawingml/2006/main" w="19050">
            <a:solidFill>
              <a:srgbClr val="B86470"/>
            </a:solidFill>
            <a:prstDash val="solid"/>
          </a:ln>
        </p:spPr>
      </p:sp>
      <p:sp>
        <p:nvSpPr>
          <p:cNvPr id="10" name="">
            <a:extLst xmlns:a="http://schemas.openxmlformats.org/drawingml/2006/main">
              <a:ext uri="{FF2B5EF4-FFF2-40B4-BE49-F238E27FC236}">
                <a16:creationId xmlns:a16="http://schemas.microsoft.com/office/drawing/2014/main" id="{BAFA9F5F-67FC-4AE8-9C9E-EE3EFE1BA07E}"/>
              </a:ext>
            </a:extLst>
          </p:cNvPr>
          <p:cNvSpPr>
            <a:spLocks xmlns:a="http://schemas.openxmlformats.org/drawingml/2006/main" noGrp="1"/>
          </p:cNvSpPr>
          <p:nvPr/>
        </p:nvSpPr>
        <p:spPr>
          <a:xfrm xmlns:a="http://schemas.openxmlformats.org/drawingml/2006/main">
            <a:off x="6705600" y="167640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9FB7C8"/>
                </a:solidFill>
                <a:latin typeface="Aptos"/>
                <a:ea typeface="Aptos"/>
                <a:cs typeface="Aptos"/>
              </a:defRPr>
            </a:pPr>
            <a:r>
              <a:rPr sz="1050" b="1" i="0">
                <a:solidFill>
                  <a:srgbClr val="9FB7C8"/>
                </a:solidFill>
                <a:latin typeface="Aptos"/>
                <a:ea typeface="Aptos"/>
                <a:cs typeface="Aptos"/>
              </a:rPr>
              <a:t>IVAN</a:t>
            </a:r>
          </a:p>
        </p:txBody>
      </p:sp>
      <p:sp>
        <p:nvSpPr>
          <p:cNvPr id="11" name="">
            <a:extLst xmlns:a="http://schemas.openxmlformats.org/drawingml/2006/main">
              <a:ext uri="{FF2B5EF4-FFF2-40B4-BE49-F238E27FC236}">
                <a16:creationId xmlns:a16="http://schemas.microsoft.com/office/drawing/2014/main" id="{B895CA05-F291-4D3C-88DA-46669FFD6F0B}"/>
              </a:ext>
            </a:extLst>
          </p:cNvPr>
          <p:cNvSpPr>
            <a:spLocks xmlns:a="http://schemas.openxmlformats.org/drawingml/2006/main" noGrp="1"/>
          </p:cNvSpPr>
          <p:nvPr/>
        </p:nvSpPr>
        <p:spPr>
          <a:xfrm xmlns:a="http://schemas.openxmlformats.org/drawingml/2006/main">
            <a:off x="6705600" y="2095500"/>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225" b="1" i="0">
                <a:solidFill>
                  <a:srgbClr val="F6F0E5"/>
                </a:solidFill>
                <a:latin typeface="Georgia"/>
                <a:ea typeface="Georgia"/>
                <a:cs typeface="Georgia"/>
              </a:defRPr>
            </a:pPr>
            <a:r>
              <a:rPr sz="3225" b="1" i="0">
                <a:solidFill>
                  <a:srgbClr val="F6F0E5"/>
                </a:solidFill>
                <a:latin typeface="Georgia"/>
                <a:ea typeface="Georgia"/>
                <a:cs typeface="Georgia"/>
              </a:rPr>
              <a:t>accepts moral guilt</a:t>
            </a:r>
          </a:p>
        </p:txBody>
      </p:sp>
      <p:sp>
        <p:nvSpPr>
          <p:cNvPr id="12" name="">
            <a:extLst xmlns:a="http://schemas.openxmlformats.org/drawingml/2006/main">
              <a:ext uri="{FF2B5EF4-FFF2-40B4-BE49-F238E27FC236}">
                <a16:creationId xmlns:a16="http://schemas.microsoft.com/office/drawing/2014/main" id="{F11C518E-7757-419D-A743-C7E45D1DCFED}"/>
              </a:ext>
            </a:extLst>
          </p:cNvPr>
          <p:cNvSpPr>
            <a:spLocks xmlns:a="http://schemas.openxmlformats.org/drawingml/2006/main" noGrp="1"/>
          </p:cNvSpPr>
          <p:nvPr/>
        </p:nvSpPr>
        <p:spPr>
          <a:xfrm xmlns:a="http://schemas.openxmlformats.org/drawingml/2006/main">
            <a:off x="6724650" y="2952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i="0">
                <a:solidFill>
                  <a:srgbClr val="E8DDC8"/>
                </a:solidFill>
                <a:latin typeface="Aptos"/>
                <a:ea typeface="Aptos"/>
                <a:cs typeface="Aptos"/>
              </a:defRPr>
            </a:pPr>
            <a:r>
              <a:rPr sz="1650" b="0" i="0">
                <a:solidFill>
                  <a:srgbClr val="E8DDC8"/>
                </a:solidFill>
                <a:latin typeface="Aptos"/>
                <a:ea typeface="Aptos"/>
                <a:cs typeface="Aptos"/>
              </a:rPr>
              <a:t>His illness and hallucinations intensify.</a:t>
            </a:r>
          </a:p>
        </p:txBody>
      </p:sp>
      <p:sp>
        <p:nvSpPr>
          <p:cNvPr id="13" name="">
            <a:extLst xmlns:a="http://schemas.openxmlformats.org/drawingml/2006/main">
              <a:ext uri="{FF2B5EF4-FFF2-40B4-BE49-F238E27FC236}">
                <a16:creationId xmlns:a16="http://schemas.microsoft.com/office/drawing/2014/main" id="{E6492C5C-8F9C-49FD-91DE-7FBB78A79A43}"/>
              </a:ext>
            </a:extLst>
          </p:cNvPr>
          <p:cNvSpPr>
            <a:spLocks xmlns:a="http://schemas.openxmlformats.org/drawingml/2006/main" noGrp="1"/>
          </p:cNvSpPr>
          <p:nvPr/>
        </p:nvSpPr>
        <p:spPr>
          <a:xfrm xmlns:a="http://schemas.openxmlformats.org/drawingml/2006/main">
            <a:off x="2286000" y="5143500"/>
            <a:ext cx="7620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175" b="0" i="1">
                <a:solidFill>
                  <a:srgbClr val="FFFFFF"/>
                </a:solidFill>
                <a:latin typeface="Georgia"/>
                <a:ea typeface="Georgia"/>
                <a:cs typeface="Georgia"/>
              </a:defRPr>
            </a:pPr>
            <a:r>
              <a:rPr sz="2175" b="0" i="1">
                <a:solidFill>
                  <a:srgbClr val="FFFFFF"/>
                </a:solidFill>
                <a:latin typeface="Georgia"/>
                <a:ea typeface="Georgia"/>
                <a:cs typeface="Georgia"/>
              </a:rPr>
              <a:t>Before the trial, Smerdyakov dies by suicide.</a:t>
            </a:r>
          </a:p>
        </p:txBody>
      </p:sp>
      <p:sp>
        <p:nvSpPr>
          <p:cNvPr id="14" name="">
            <a:extLst xmlns:a="http://schemas.openxmlformats.org/drawingml/2006/main">
              <a:ext uri="{FF2B5EF4-FFF2-40B4-BE49-F238E27FC236}">
                <a16:creationId xmlns:a16="http://schemas.microsoft.com/office/drawing/2014/main" id="{A1A39FDA-B052-407C-B203-3EBCEBEAB0C8}"/>
              </a:ext>
            </a:extLst>
          </p:cNvPr>
          <p:cNvSpPr>
            <a:spLocks xmlns:a="http://schemas.openxmlformats.org/drawingml/2006/main" noGrp="1"/>
          </p:cNvSpPr>
          <p:nvPr/>
        </p:nvSpPr>
        <p:spPr>
          <a:xfrm xmlns:a="http://schemas.openxmlformats.org/drawingml/2006/main">
            <a:off x="609600" y="6515100"/>
            <a:ext cx="3143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675" b="1" i="0">
                <a:solidFill>
                  <a:srgbClr val="707B87"/>
                </a:solidFill>
                <a:latin typeface="Aptos"/>
                <a:ea typeface="Aptos"/>
                <a:cs typeface="Aptos"/>
              </a:defRPr>
            </a:pPr>
            <a:r>
              <a:rPr sz="675" b="1" i="0">
                <a:solidFill>
                  <a:srgbClr val="707B87"/>
                </a:solidFill>
                <a:latin typeface="Aptos"/>
                <a:ea typeface="Aptos"/>
                <a:cs typeface="Aptos"/>
              </a:rPr>
              <a:t>THE BROTHERS KARAMAZOV</a:t>
            </a:r>
          </a:p>
        </p:txBody>
      </p:sp>
      <p:sp>
        <p:nvSpPr>
          <p:cNvPr id="15" name="">
            <a:extLst xmlns:a="http://schemas.openxmlformats.org/drawingml/2006/main">
              <a:ext uri="{FF2B5EF4-FFF2-40B4-BE49-F238E27FC236}">
                <a16:creationId xmlns:a16="http://schemas.microsoft.com/office/drawing/2014/main" id="{CF0E5962-8E79-4760-8290-9FBC96725A34}"/>
              </a:ext>
            </a:extLst>
          </p:cNvPr>
          <p:cNvSpPr>
            <a:spLocks xmlns:a="http://schemas.openxmlformats.org/drawingml/2006/main" noGrp="1"/>
          </p:cNvSpPr>
          <p:nvPr/>
        </p:nvSpPr>
        <p:spPr>
          <a:xfrm xmlns:a="http://schemas.openxmlformats.org/drawingml/2006/main">
            <a:off x="11049000" y="6515100"/>
            <a:ext cx="533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675" b="1" i="0">
                <a:solidFill>
                  <a:srgbClr val="707B87"/>
                </a:solidFill>
                <a:latin typeface="Aptos"/>
                <a:ea typeface="Aptos"/>
                <a:cs typeface="Aptos"/>
              </a:defRPr>
            </a:pPr>
            <a:r>
              <a:rPr sz="675" b="1" i="0">
                <a:solidFill>
                  <a:srgbClr val="707B87"/>
                </a:solidFill>
                <a:latin typeface="Aptos"/>
                <a:ea typeface="Aptos"/>
                <a:cs typeface="Aptos"/>
              </a:rPr>
              <a:t>10</a:t>
            </a:r>
          </a:p>
        </p:txBody>
      </p:sp>
    </p:spTree>
    <p:extLst>
      <p:ext uri="{BB962C8B-B14F-4D97-AF65-F5344CB8AC3E}">
        <p14:creationId xmlns:p14="http://schemas.microsoft.com/office/powerpoint/2010/main" val="93794648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d557448df01408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7D3DFE6-B0BF-48FF-9F4E-DC008B9F5C4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080B10">
                  <a:alpha val="96000"/>
                </a:srgbClr>
              </a:gs>
              <a:gs pos="47000">
                <a:srgbClr val="080B10">
                  <a:alpha val="70000"/>
                </a:srgbClr>
              </a:gs>
              <a:gs pos="100000">
                <a:srgbClr val="080B10">
                  <a:alpha val="5000"/>
                </a:srgbClr>
              </a:gs>
            </a:gsLst>
            <a:lin ang="0"/>
          </a:gra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4BD0CB4-6B69-44B2-B2CA-8A99F5C95208}"/>
              </a:ext>
            </a:extLst>
          </p:cNvPr>
          <p:cNvSpPr>
            <a:spLocks xmlns:a="http://schemas.openxmlformats.org/drawingml/2006/main" noGrp="1"/>
          </p:cNvSpPr>
          <p:nvPr/>
        </p:nvSpPr>
        <p:spPr>
          <a:xfrm xmlns:a="http://schemas.openxmlformats.org/drawingml/2006/main">
            <a:off x="609600" y="361950"/>
            <a:ext cx="1257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7A2632"/>
                </a:solidFill>
                <a:latin typeface="Aptos"/>
                <a:ea typeface="Aptos"/>
                <a:cs typeface="Aptos"/>
              </a:defRPr>
            </a:pPr>
            <a:r>
              <a:rPr sz="900" b="1" i="0">
                <a:solidFill>
                  <a:srgbClr val="7A2632"/>
                </a:solidFill>
                <a:latin typeface="Aptos"/>
                <a:ea typeface="Aptos"/>
                <a:cs typeface="Aptos"/>
              </a:rPr>
              <a:t>SPEAKER 4</a:t>
            </a:r>
          </a:p>
        </p:txBody>
      </p:sp>
      <p:sp>
        <p:nvSpPr>
          <p:cNvPr id="4" name="">
            <a:extLst xmlns:a="http://schemas.openxmlformats.org/drawingml/2006/main">
              <a:ext uri="{FF2B5EF4-FFF2-40B4-BE49-F238E27FC236}">
                <a16:creationId xmlns:a16="http://schemas.microsoft.com/office/drawing/2014/main" id="{B52B46DE-9688-4BB2-A1A2-1F61C53531F1}"/>
              </a:ext>
            </a:extLst>
          </p:cNvPr>
          <p:cNvSpPr>
            <a:spLocks xmlns:a="http://schemas.openxmlformats.org/drawingml/2006/main" noGrp="1"/>
          </p:cNvSpPr>
          <p:nvPr/>
        </p:nvSpPr>
        <p:spPr>
          <a:xfrm xmlns:a="http://schemas.openxmlformats.org/drawingml/2006/main">
            <a:off x="1924050" y="36195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AAA59D"/>
                </a:solidFill>
                <a:latin typeface="Aptos"/>
                <a:ea typeface="Aptos"/>
                <a:cs typeface="Aptos"/>
              </a:defRPr>
            </a:pPr>
            <a:r>
              <a:rPr sz="900" b="1" i="0">
                <a:solidFill>
                  <a:srgbClr val="AAA59D"/>
                </a:solidFill>
                <a:latin typeface="Aptos"/>
                <a:ea typeface="Aptos"/>
                <a:cs typeface="Aptos"/>
              </a:rPr>
              <a:t>STORY IV     1:00</a:t>
            </a:r>
          </a:p>
        </p:txBody>
      </p:sp>
      <p:sp>
        <p:nvSpPr>
          <p:cNvPr id="5" name="">
            <a:extLst xmlns:a="http://schemas.openxmlformats.org/drawingml/2006/main">
              <a:ext uri="{FF2B5EF4-FFF2-40B4-BE49-F238E27FC236}">
                <a16:creationId xmlns:a16="http://schemas.microsoft.com/office/drawing/2014/main" id="{767E18ED-25CC-4CD9-97EA-338B06753A34}"/>
              </a:ext>
            </a:extLst>
          </p:cNvPr>
          <p:cNvSpPr>
            <a:spLocks xmlns:a="http://schemas.openxmlformats.org/drawingml/2006/main" noGrp="1"/>
          </p:cNvSpPr>
          <p:nvPr/>
        </p:nvSpPr>
        <p:spPr>
          <a:xfrm xmlns:a="http://schemas.openxmlformats.org/drawingml/2006/main">
            <a:off x="609600" y="762000"/>
            <a:ext cx="5010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7A2632"/>
                </a:solidFill>
                <a:latin typeface="Aptos"/>
                <a:ea typeface="Aptos"/>
                <a:cs typeface="Aptos"/>
              </a:defRPr>
            </a:pPr>
            <a:r>
              <a:rPr sz="1050" b="1" i="0">
                <a:solidFill>
                  <a:srgbClr val="7A2632"/>
                </a:solidFill>
                <a:latin typeface="Aptos"/>
                <a:ea typeface="Aptos"/>
                <a:cs typeface="Aptos"/>
              </a:rPr>
              <a:t>THE TRIAL</a:t>
            </a:r>
          </a:p>
        </p:txBody>
      </p:sp>
      <p:sp>
        <p:nvSpPr>
          <p:cNvPr id="6" name="">
            <a:extLst xmlns:a="http://schemas.openxmlformats.org/drawingml/2006/main">
              <a:ext uri="{FF2B5EF4-FFF2-40B4-BE49-F238E27FC236}">
                <a16:creationId xmlns:a16="http://schemas.microsoft.com/office/drawing/2014/main" id="{3DA231BD-CE4D-4044-AB53-D46D4047E214}"/>
              </a:ext>
            </a:extLst>
          </p:cNvPr>
          <p:cNvSpPr>
            <a:spLocks xmlns:a="http://schemas.openxmlformats.org/drawingml/2006/main" noGrp="1"/>
          </p:cNvSpPr>
          <p:nvPr/>
        </p:nvSpPr>
        <p:spPr>
          <a:xfrm xmlns:a="http://schemas.openxmlformats.org/drawingml/2006/main">
            <a:off x="609600" y="1352550"/>
            <a:ext cx="4953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300" b="1" i="0">
                <a:solidFill>
                  <a:srgbClr val="F6F0E5"/>
                </a:solidFill>
                <a:latin typeface="Georgia"/>
                <a:ea typeface="Georgia"/>
                <a:cs typeface="Georgia"/>
              </a:defRPr>
            </a:pPr>
            <a:r>
              <a:rPr sz="3300" b="1" i="0">
                <a:solidFill>
                  <a:srgbClr val="F6F0E5"/>
                </a:solidFill>
                <a:latin typeface="Georgia"/>
                <a:ea typeface="Georgia"/>
                <a:cs typeface="Georgia"/>
              </a:rPr>
              <a:t>A persuasive story</a:t>
            </a:r>
          </a:p>
          <a:p xmlns:a="http://schemas.openxmlformats.org/drawingml/2006/main">
            <a:pPr algn="l">
              <a:lnSpc>
                <a:spcPct val="94000"/>
              </a:lnSpc>
              <a:buNone/>
              <a:defRPr sz="3300" b="1" i="0">
                <a:solidFill>
                  <a:srgbClr val="F6F0E5"/>
                </a:solidFill>
                <a:latin typeface="Georgia"/>
                <a:ea typeface="Georgia"/>
                <a:cs typeface="Georgia"/>
              </a:defRPr>
            </a:pPr>
            <a:r>
              <a:rPr sz="3300" b="1" i="0">
                <a:solidFill>
                  <a:srgbClr val="F6F0E5"/>
                </a:solidFill>
                <a:latin typeface="Georgia"/>
                <a:ea typeface="Georgia"/>
                <a:cs typeface="Georgia"/>
              </a:rPr>
              <a:t>defeats the truth</a:t>
            </a:r>
          </a:p>
        </p:txBody>
      </p:sp>
      <p:sp>
        <p:nvSpPr>
          <p:cNvPr id="7" name="">
            <a:extLst xmlns:a="http://schemas.openxmlformats.org/drawingml/2006/main">
              <a:ext uri="{FF2B5EF4-FFF2-40B4-BE49-F238E27FC236}">
                <a16:creationId xmlns:a16="http://schemas.microsoft.com/office/drawing/2014/main" id="{658F48CA-D0D5-44F1-9EF0-93C38B6AEE3C}"/>
              </a:ext>
            </a:extLst>
          </p:cNvPr>
          <p:cNvSpPr>
            <a:spLocks xmlns:a="http://schemas.openxmlformats.org/drawingml/2006/main" noGrp="1"/>
          </p:cNvSpPr>
          <p:nvPr/>
        </p:nvSpPr>
        <p:spPr>
          <a:xfrm xmlns:a="http://schemas.openxmlformats.org/drawingml/2006/main">
            <a:off x="647700" y="3314700"/>
            <a:ext cx="476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725" b="0" i="0">
                <a:solidFill>
                  <a:srgbClr val="E8DDC8"/>
                </a:solidFill>
                <a:latin typeface="Aptos"/>
                <a:ea typeface="Aptos"/>
                <a:cs typeface="Aptos"/>
              </a:defRPr>
            </a:pPr>
            <a:r>
              <a:rPr sz="1725" b="0" i="0">
                <a:solidFill>
                  <a:srgbClr val="E8DDC8"/>
                </a:solidFill>
                <a:latin typeface="Aptos"/>
                <a:ea typeface="Aptos"/>
                <a:cs typeface="Aptos"/>
              </a:rPr>
              <a:t>The prosecution explains Dmitri perfectly. The defense cannot explain the money.</a:t>
            </a:r>
          </a:p>
        </p:txBody>
      </p:sp>
      <p:sp>
        <p:nvSpPr>
          <p:cNvPr id="8" name="">
            <a:extLst xmlns:a="http://schemas.openxmlformats.org/drawingml/2006/main">
              <a:ext uri="{FF2B5EF4-FFF2-40B4-BE49-F238E27FC236}">
                <a16:creationId xmlns:a16="http://schemas.microsoft.com/office/drawing/2014/main" id="{A643E73E-F19B-4744-ABFC-F4D12F514A09}"/>
              </a:ext>
            </a:extLst>
          </p:cNvPr>
          <p:cNvSpPr>
            <a:spLocks xmlns:a="http://schemas.openxmlformats.org/drawingml/2006/main" noGrp="1"/>
          </p:cNvSpPr>
          <p:nvPr/>
        </p:nvSpPr>
        <p:spPr>
          <a:xfrm xmlns:a="http://schemas.openxmlformats.org/drawingml/2006/main">
            <a:off x="609600" y="6515100"/>
            <a:ext cx="3143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675" b="1" i="0">
                <a:solidFill>
                  <a:srgbClr val="707B87"/>
                </a:solidFill>
                <a:latin typeface="Aptos"/>
                <a:ea typeface="Aptos"/>
                <a:cs typeface="Aptos"/>
              </a:defRPr>
            </a:pPr>
            <a:r>
              <a:rPr sz="675" b="1" i="0">
                <a:solidFill>
                  <a:srgbClr val="707B87"/>
                </a:solidFill>
                <a:latin typeface="Aptos"/>
                <a:ea typeface="Aptos"/>
                <a:cs typeface="Aptos"/>
              </a:rPr>
              <a:t>THE BROTHERS KARAMAZOV</a:t>
            </a:r>
          </a:p>
        </p:txBody>
      </p:sp>
      <p:sp>
        <p:nvSpPr>
          <p:cNvPr id="9" name="">
            <a:extLst xmlns:a="http://schemas.openxmlformats.org/drawingml/2006/main">
              <a:ext uri="{FF2B5EF4-FFF2-40B4-BE49-F238E27FC236}">
                <a16:creationId xmlns:a16="http://schemas.microsoft.com/office/drawing/2014/main" id="{51476FAF-54B8-4FE5-A059-8C66CED492BD}"/>
              </a:ext>
            </a:extLst>
          </p:cNvPr>
          <p:cNvSpPr>
            <a:spLocks xmlns:a="http://schemas.openxmlformats.org/drawingml/2006/main" noGrp="1"/>
          </p:cNvSpPr>
          <p:nvPr/>
        </p:nvSpPr>
        <p:spPr>
          <a:xfrm xmlns:a="http://schemas.openxmlformats.org/drawingml/2006/main">
            <a:off x="11049000" y="6515100"/>
            <a:ext cx="533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675" b="1" i="0">
                <a:solidFill>
                  <a:srgbClr val="707B87"/>
                </a:solidFill>
                <a:latin typeface="Aptos"/>
                <a:ea typeface="Aptos"/>
                <a:cs typeface="Aptos"/>
              </a:defRPr>
            </a:pPr>
            <a:r>
              <a:rPr sz="675" b="1" i="0">
                <a:solidFill>
                  <a:srgbClr val="707B87"/>
                </a:solidFill>
                <a:latin typeface="Aptos"/>
                <a:ea typeface="Aptos"/>
                <a:cs typeface="Aptos"/>
              </a:rPr>
              <a:t>11</a:t>
            </a:r>
          </a:p>
        </p:txBody>
      </p:sp>
    </p:spTree>
    <p:extLst>
      <p:ext uri="{BB962C8B-B14F-4D97-AF65-F5344CB8AC3E}">
        <p14:creationId xmlns:p14="http://schemas.microsoft.com/office/powerpoint/2010/main" val="420936879"/>
      </p:ext>
    </p:extLst>
  </p:cSld>
</p:sld>
</file>

<file path=ppt/slides/slide12.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89C3ACB-CDB4-4E8E-A8C6-D415FAE27A30}"/>
              </a:ext>
            </a:extLst>
          </p:cNvPr>
          <p:cNvSpPr>
            <a:spLocks xmlns:a="http://schemas.openxmlformats.org/drawingml/2006/main" noGrp="1"/>
          </p:cNvSpPr>
          <p:nvPr/>
        </p:nvSpPr>
        <p:spPr>
          <a:xfrm xmlns:a="http://schemas.openxmlformats.org/drawingml/2006/main">
            <a:off x="609600" y="361950"/>
            <a:ext cx="1257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7A2632"/>
                </a:solidFill>
                <a:latin typeface="Aptos"/>
                <a:ea typeface="Aptos"/>
                <a:cs typeface="Aptos"/>
              </a:defRPr>
            </a:pPr>
            <a:r>
              <a:rPr sz="900" b="1" i="0">
                <a:solidFill>
                  <a:srgbClr val="7A2632"/>
                </a:solidFill>
                <a:latin typeface="Aptos"/>
                <a:ea typeface="Aptos"/>
                <a:cs typeface="Aptos"/>
              </a:rPr>
              <a:t>SPEAKER 4</a:t>
            </a:r>
          </a:p>
        </p:txBody>
      </p:sp>
      <p:sp>
        <p:nvSpPr>
          <p:cNvPr id="2" name="">
            <a:extLst xmlns:a="http://schemas.openxmlformats.org/drawingml/2006/main">
              <a:ext uri="{FF2B5EF4-FFF2-40B4-BE49-F238E27FC236}">
                <a16:creationId xmlns:a16="http://schemas.microsoft.com/office/drawing/2014/main" id="{59AF4D6C-14F6-4560-A602-87EF833F8647}"/>
              </a:ext>
            </a:extLst>
          </p:cNvPr>
          <p:cNvSpPr>
            <a:spLocks xmlns:a="http://schemas.openxmlformats.org/drawingml/2006/main" noGrp="1"/>
          </p:cNvSpPr>
          <p:nvPr/>
        </p:nvSpPr>
        <p:spPr>
          <a:xfrm xmlns:a="http://schemas.openxmlformats.org/drawingml/2006/main">
            <a:off x="1924050" y="36195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756D63"/>
                </a:solidFill>
                <a:latin typeface="Aptos"/>
                <a:ea typeface="Aptos"/>
                <a:cs typeface="Aptos"/>
              </a:defRPr>
            </a:pPr>
            <a:r>
              <a:rPr sz="900" b="1" i="0">
                <a:solidFill>
                  <a:srgbClr val="756D63"/>
                </a:solidFill>
                <a:latin typeface="Aptos"/>
                <a:ea typeface="Aptos"/>
                <a:cs typeface="Aptos"/>
              </a:rPr>
              <a:t>STORY IV     0:45</a:t>
            </a:r>
          </a:p>
        </p:txBody>
      </p:sp>
      <p:sp>
        <p:nvSpPr>
          <p:cNvPr id="3" name="">
            <a:extLst xmlns:a="http://schemas.openxmlformats.org/drawingml/2006/main">
              <a:ext uri="{FF2B5EF4-FFF2-40B4-BE49-F238E27FC236}">
                <a16:creationId xmlns:a16="http://schemas.microsoft.com/office/drawing/2014/main" id="{EBE7DC66-7EA6-4DDF-8F77-9B807ECAD642}"/>
              </a:ext>
            </a:extLst>
          </p:cNvPr>
          <p:cNvSpPr>
            <a:spLocks xmlns:a="http://schemas.openxmlformats.org/drawingml/2006/main" noGrp="1"/>
          </p:cNvSpPr>
          <p:nvPr/>
        </p:nvSpPr>
        <p:spPr>
          <a:xfrm xmlns:a="http://schemas.openxmlformats.org/drawingml/2006/main">
            <a:off x="609600" y="72390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75" b="1" i="0">
                <a:solidFill>
                  <a:srgbClr val="0B0E13"/>
                </a:solidFill>
                <a:latin typeface="Georgia"/>
                <a:ea typeface="Georgia"/>
                <a:cs typeface="Georgia"/>
              </a:defRPr>
            </a:pPr>
            <a:r>
              <a:rPr sz="2775" b="1" i="0">
                <a:solidFill>
                  <a:srgbClr val="0B0E13"/>
                </a:solidFill>
                <a:latin typeface="Georgia"/>
                <a:ea typeface="Georgia"/>
                <a:cs typeface="Georgia"/>
              </a:rPr>
              <a:t>The verdict</a:t>
            </a:r>
          </a:p>
        </p:txBody>
      </p:sp>
      <p:sp>
        <p:nvSpPr>
          <p:cNvPr id="4" name="">
            <a:extLst xmlns:a="http://schemas.openxmlformats.org/drawingml/2006/main">
              <a:ext uri="{FF2B5EF4-FFF2-40B4-BE49-F238E27FC236}">
                <a16:creationId xmlns:a16="http://schemas.microsoft.com/office/drawing/2014/main" id="{DA84CF95-F37D-4E2A-BB26-8C4D8AE60B6F}"/>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8BEAD"/>
            </a:solidFill>
            <a:prstDash val="solid"/>
          </a:ln>
        </p:spPr>
      </p:sp>
      <p:sp>
        <p:nvSpPr>
          <p:cNvPr id="5" name="">
            <a:extLst xmlns:a="http://schemas.openxmlformats.org/drawingml/2006/main">
              <a:ext uri="{FF2B5EF4-FFF2-40B4-BE49-F238E27FC236}">
                <a16:creationId xmlns:a16="http://schemas.microsoft.com/office/drawing/2014/main" id="{F4EDAAC3-13F9-4A33-BE7A-7BBCFE4F2D33}"/>
              </a:ext>
            </a:extLst>
          </p:cNvPr>
          <p:cNvSpPr>
            <a:spLocks xmlns:a="http://schemas.openxmlformats.org/drawingml/2006/main" noGrp="1"/>
          </p:cNvSpPr>
          <p:nvPr/>
        </p:nvSpPr>
        <p:spPr>
          <a:xfrm xmlns:a="http://schemas.openxmlformats.org/drawingml/2006/main">
            <a:off x="11049000" y="390525"/>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B746B"/>
                </a:solidFill>
                <a:latin typeface="Aptos"/>
                <a:ea typeface="Aptos"/>
                <a:cs typeface="Aptos"/>
              </a:defRPr>
            </a:pPr>
            <a:r>
              <a:rPr sz="750" b="1" i="0">
                <a:solidFill>
                  <a:srgbClr val="7B746B"/>
                </a:solidFill>
                <a:latin typeface="Aptos"/>
                <a:ea typeface="Aptos"/>
                <a:cs typeface="Aptos"/>
              </a:rPr>
              <a:t>12</a:t>
            </a:r>
          </a:p>
        </p:txBody>
      </p:sp>
      <p:sp>
        <p:nvSpPr>
          <p:cNvPr id="6" name="">
            <a:extLst xmlns:a="http://schemas.openxmlformats.org/drawingml/2006/main">
              <a:ext uri="{FF2B5EF4-FFF2-40B4-BE49-F238E27FC236}">
                <a16:creationId xmlns:a16="http://schemas.microsoft.com/office/drawing/2014/main" id="{1EDAF0BE-8F9A-4FDC-A294-BC9A16B74B0F}"/>
              </a:ext>
            </a:extLst>
          </p:cNvPr>
          <p:cNvSpPr>
            <a:spLocks xmlns:a="http://schemas.openxmlformats.org/drawingml/2006/main" noGrp="1"/>
          </p:cNvSpPr>
          <p:nvPr/>
        </p:nvSpPr>
        <p:spPr>
          <a:xfrm xmlns:a="http://schemas.openxmlformats.org/drawingml/2006/main">
            <a:off x="1714500" y="1666875"/>
            <a:ext cx="8763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7200" b="1" i="0">
                <a:solidFill>
                  <a:srgbClr val="7A2632"/>
                </a:solidFill>
                <a:latin typeface="Georgia"/>
                <a:ea typeface="Georgia"/>
                <a:cs typeface="Georgia"/>
              </a:defRPr>
            </a:pPr>
            <a:r>
              <a:rPr sz="7200" b="1" i="0">
                <a:solidFill>
                  <a:srgbClr val="7A2632"/>
                </a:solidFill>
                <a:latin typeface="Georgia"/>
                <a:ea typeface="Georgia"/>
                <a:cs typeface="Georgia"/>
              </a:rPr>
              <a:t>GUILTY</a:t>
            </a:r>
          </a:p>
        </p:txBody>
      </p:sp>
      <p:sp>
        <p:nvSpPr>
          <p:cNvPr id="7" name="">
            <a:extLst xmlns:a="http://schemas.openxmlformats.org/drawingml/2006/main">
              <a:ext uri="{FF2B5EF4-FFF2-40B4-BE49-F238E27FC236}">
                <a16:creationId xmlns:a16="http://schemas.microsoft.com/office/drawing/2014/main" id="{F332C69A-879A-49B9-8B9B-D8C1974F5605}"/>
              </a:ext>
            </a:extLst>
          </p:cNvPr>
          <p:cNvSpPr>
            <a:spLocks xmlns:a="http://schemas.openxmlformats.org/drawingml/2006/main" noGrp="1"/>
          </p:cNvSpPr>
          <p:nvPr/>
        </p:nvSpPr>
        <p:spPr>
          <a:xfrm xmlns:a="http://schemas.openxmlformats.org/drawingml/2006/main">
            <a:off x="1905000" y="3143250"/>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175" b="1" i="0">
                <a:solidFill>
                  <a:srgbClr val="0B0E13"/>
                </a:solidFill>
                <a:latin typeface="Georgia"/>
                <a:ea typeface="Georgia"/>
                <a:cs typeface="Georgia"/>
              </a:defRPr>
            </a:pPr>
            <a:r>
              <a:rPr sz="2175" b="1" i="0">
                <a:solidFill>
                  <a:srgbClr val="0B0E13"/>
                </a:solidFill>
                <a:latin typeface="Georgia"/>
                <a:ea typeface="Georgia"/>
                <a:cs typeface="Georgia"/>
              </a:rPr>
              <a:t>Twenty years of penal servitude in Siberia</a:t>
            </a:r>
          </a:p>
        </p:txBody>
      </p:sp>
      <p:sp>
        <p:nvSpPr>
          <p:cNvPr id="8" name="">
            <a:extLst xmlns:a="http://schemas.openxmlformats.org/drawingml/2006/main">
              <a:ext uri="{FF2B5EF4-FFF2-40B4-BE49-F238E27FC236}">
                <a16:creationId xmlns:a16="http://schemas.microsoft.com/office/drawing/2014/main" id="{7F37CFC6-9C0C-45E7-844B-1C59469FF27C}"/>
              </a:ext>
            </a:extLst>
          </p:cNvPr>
          <p:cNvSpPr>
            <a:spLocks xmlns:a="http://schemas.openxmlformats.org/drawingml/2006/main" noGrp="1"/>
          </p:cNvSpPr>
          <p:nvPr/>
        </p:nvSpPr>
        <p:spPr>
          <a:xfrm xmlns:a="http://schemas.openxmlformats.org/drawingml/2006/main">
            <a:off x="4000500" y="4000500"/>
            <a:ext cx="4191000" cy="0"/>
          </a:xfrm>
          <a:prstGeom xmlns:a="http://schemas.openxmlformats.org/drawingml/2006/main" prst="line">
            <a:avLst/>
          </a:prstGeom>
          <a:noFill xmlns:a="http://schemas.openxmlformats.org/drawingml/2006/main"/>
          <a:ln xmlns:a="http://schemas.openxmlformats.org/drawingml/2006/main" w="28575">
            <a:solidFill>
              <a:srgbClr val="C69A58"/>
            </a:solidFill>
            <a:prstDash val="solid"/>
          </a:ln>
        </p:spPr>
      </p:sp>
      <p:sp>
        <p:nvSpPr>
          <p:cNvPr id="9" name="">
            <a:extLst xmlns:a="http://schemas.openxmlformats.org/drawingml/2006/main">
              <a:ext uri="{FF2B5EF4-FFF2-40B4-BE49-F238E27FC236}">
                <a16:creationId xmlns:a16="http://schemas.microsoft.com/office/drawing/2014/main" id="{892782EF-C227-4679-A18A-D2DD1E6A1537}"/>
              </a:ext>
            </a:extLst>
          </p:cNvPr>
          <p:cNvSpPr>
            <a:spLocks xmlns:a="http://schemas.openxmlformats.org/drawingml/2006/main" noGrp="1"/>
          </p:cNvSpPr>
          <p:nvPr/>
        </p:nvSpPr>
        <p:spPr>
          <a:xfrm xmlns:a="http://schemas.openxmlformats.org/drawingml/2006/main">
            <a:off x="2095500" y="4476750"/>
            <a:ext cx="8001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175" b="0" i="1">
                <a:solidFill>
                  <a:srgbClr val="27313D"/>
                </a:solidFill>
                <a:latin typeface="Georgia"/>
                <a:ea typeface="Georgia"/>
                <a:cs typeface="Georgia"/>
              </a:defRPr>
            </a:pPr>
            <a:r>
              <a:rPr sz="2175" b="0" i="1">
                <a:solidFill>
                  <a:srgbClr val="27313D"/>
                </a:solidFill>
                <a:latin typeface="Georgia"/>
                <a:ea typeface="Georgia"/>
                <a:cs typeface="Georgia"/>
              </a:rPr>
              <a:t>Dmitri plans an escape, but the novel leaves his future unresolved.</a:t>
            </a:r>
          </a:p>
        </p:txBody>
      </p:sp>
      <p:sp>
        <p:nvSpPr>
          <p:cNvPr id="10" name="">
            <a:extLst xmlns:a="http://schemas.openxmlformats.org/drawingml/2006/main">
              <a:ext uri="{FF2B5EF4-FFF2-40B4-BE49-F238E27FC236}">
                <a16:creationId xmlns:a16="http://schemas.microsoft.com/office/drawing/2014/main" id="{1EFA711D-763A-4E01-BAA3-BB42A5153284}"/>
              </a:ext>
            </a:extLst>
          </p:cNvPr>
          <p:cNvSpPr>
            <a:spLocks xmlns:a="http://schemas.openxmlformats.org/drawingml/2006/main" noGrp="1"/>
          </p:cNvSpPr>
          <p:nvPr/>
        </p:nvSpPr>
        <p:spPr>
          <a:xfrm xmlns:a="http://schemas.openxmlformats.org/drawingml/2006/main">
            <a:off x="609600" y="6515100"/>
            <a:ext cx="3143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675" b="1" i="0">
                <a:solidFill>
                  <a:srgbClr val="7B746B"/>
                </a:solidFill>
                <a:latin typeface="Aptos"/>
                <a:ea typeface="Aptos"/>
                <a:cs typeface="Aptos"/>
              </a:defRPr>
            </a:pPr>
            <a:r>
              <a:rPr sz="675" b="1" i="0">
                <a:solidFill>
                  <a:srgbClr val="7B746B"/>
                </a:solidFill>
                <a:latin typeface="Aptos"/>
                <a:ea typeface="Aptos"/>
                <a:cs typeface="Aptos"/>
              </a:rPr>
              <a:t>THE BROTHERS KARAMAZOV</a:t>
            </a:r>
          </a:p>
        </p:txBody>
      </p:sp>
      <p:sp>
        <p:nvSpPr>
          <p:cNvPr id="11" name="">
            <a:extLst xmlns:a="http://schemas.openxmlformats.org/drawingml/2006/main">
              <a:ext uri="{FF2B5EF4-FFF2-40B4-BE49-F238E27FC236}">
                <a16:creationId xmlns:a16="http://schemas.microsoft.com/office/drawing/2014/main" id="{CE75EA65-1557-419A-A0CE-1D664E06FCC8}"/>
              </a:ext>
            </a:extLst>
          </p:cNvPr>
          <p:cNvSpPr>
            <a:spLocks xmlns:a="http://schemas.openxmlformats.org/drawingml/2006/main" noGrp="1"/>
          </p:cNvSpPr>
          <p:nvPr/>
        </p:nvSpPr>
        <p:spPr>
          <a:xfrm xmlns:a="http://schemas.openxmlformats.org/drawingml/2006/main">
            <a:off x="11049000" y="6515100"/>
            <a:ext cx="533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675" b="1" i="0">
                <a:solidFill>
                  <a:srgbClr val="7B746B"/>
                </a:solidFill>
                <a:latin typeface="Aptos"/>
                <a:ea typeface="Aptos"/>
                <a:cs typeface="Aptos"/>
              </a:defRPr>
            </a:pPr>
            <a:r>
              <a:rPr sz="675" b="1" i="0">
                <a:solidFill>
                  <a:srgbClr val="7B746B"/>
                </a:solidFill>
                <a:latin typeface="Aptos"/>
                <a:ea typeface="Aptos"/>
                <a:cs typeface="Aptos"/>
              </a:rPr>
              <a:t>12</a:t>
            </a:r>
          </a:p>
        </p:txBody>
      </p:sp>
    </p:spTree>
    <p:extLst>
      <p:ext uri="{BB962C8B-B14F-4D97-AF65-F5344CB8AC3E}">
        <p14:creationId xmlns:p14="http://schemas.microsoft.com/office/powerpoint/2010/main" val="9338427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bb2c4ca67bf40d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2CDE1C4-F89A-4893-9258-BA22A8824B9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080B10">
                  <a:alpha val="96000"/>
                </a:srgbClr>
              </a:gs>
              <a:gs pos="47000">
                <a:srgbClr val="080B10">
                  <a:alpha val="70000"/>
                </a:srgbClr>
              </a:gs>
              <a:gs pos="100000">
                <a:srgbClr val="080B10">
                  <a:alpha val="5000"/>
                </a:srgbClr>
              </a:gs>
            </a:gsLst>
            <a:lin ang="0"/>
          </a:gra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54FDCFD-E6F7-40D8-8911-C0EDBE332AF9}"/>
              </a:ext>
            </a:extLst>
          </p:cNvPr>
          <p:cNvSpPr>
            <a:spLocks xmlns:a="http://schemas.openxmlformats.org/drawingml/2006/main" noGrp="1"/>
          </p:cNvSpPr>
          <p:nvPr/>
        </p:nvSpPr>
        <p:spPr>
          <a:xfrm xmlns:a="http://schemas.openxmlformats.org/drawingml/2006/main">
            <a:off x="609600" y="361950"/>
            <a:ext cx="1257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7A2632"/>
                </a:solidFill>
                <a:latin typeface="Aptos"/>
                <a:ea typeface="Aptos"/>
                <a:cs typeface="Aptos"/>
              </a:defRPr>
            </a:pPr>
            <a:r>
              <a:rPr sz="900" b="1" i="0">
                <a:solidFill>
                  <a:srgbClr val="7A2632"/>
                </a:solidFill>
                <a:latin typeface="Aptos"/>
                <a:ea typeface="Aptos"/>
                <a:cs typeface="Aptos"/>
              </a:rPr>
              <a:t>SPEAKER 4</a:t>
            </a:r>
          </a:p>
        </p:txBody>
      </p:sp>
      <p:sp>
        <p:nvSpPr>
          <p:cNvPr id="4" name="">
            <a:extLst xmlns:a="http://schemas.openxmlformats.org/drawingml/2006/main">
              <a:ext uri="{FF2B5EF4-FFF2-40B4-BE49-F238E27FC236}">
                <a16:creationId xmlns:a16="http://schemas.microsoft.com/office/drawing/2014/main" id="{ACDBF150-F1C6-40E7-A1A0-52CECA9EF13D}"/>
              </a:ext>
            </a:extLst>
          </p:cNvPr>
          <p:cNvSpPr>
            <a:spLocks xmlns:a="http://schemas.openxmlformats.org/drawingml/2006/main" noGrp="1"/>
          </p:cNvSpPr>
          <p:nvPr/>
        </p:nvSpPr>
        <p:spPr>
          <a:xfrm xmlns:a="http://schemas.openxmlformats.org/drawingml/2006/main">
            <a:off x="1924050" y="36195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AAA59D"/>
                </a:solidFill>
                <a:latin typeface="Aptos"/>
                <a:ea typeface="Aptos"/>
                <a:cs typeface="Aptos"/>
              </a:defRPr>
            </a:pPr>
            <a:r>
              <a:rPr sz="900" b="1" i="0">
                <a:solidFill>
                  <a:srgbClr val="AAA59D"/>
                </a:solidFill>
                <a:latin typeface="Aptos"/>
                <a:ea typeface="Aptos"/>
                <a:cs typeface="Aptos"/>
              </a:rPr>
              <a:t>STORY IV     0:55</a:t>
            </a:r>
          </a:p>
        </p:txBody>
      </p:sp>
      <p:sp>
        <p:nvSpPr>
          <p:cNvPr id="5" name="">
            <a:extLst xmlns:a="http://schemas.openxmlformats.org/drawingml/2006/main">
              <a:ext uri="{FF2B5EF4-FFF2-40B4-BE49-F238E27FC236}">
                <a16:creationId xmlns:a16="http://schemas.microsoft.com/office/drawing/2014/main" id="{2C5BDA48-88BA-4922-A0DA-7163823627C6}"/>
              </a:ext>
            </a:extLst>
          </p:cNvPr>
          <p:cNvSpPr>
            <a:spLocks xmlns:a="http://schemas.openxmlformats.org/drawingml/2006/main" noGrp="1"/>
          </p:cNvSpPr>
          <p:nvPr/>
        </p:nvSpPr>
        <p:spPr>
          <a:xfrm xmlns:a="http://schemas.openxmlformats.org/drawingml/2006/main">
            <a:off x="609600" y="762000"/>
            <a:ext cx="5010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7A2632"/>
                </a:solidFill>
                <a:latin typeface="Aptos"/>
                <a:ea typeface="Aptos"/>
                <a:cs typeface="Aptos"/>
              </a:defRPr>
            </a:pPr>
            <a:r>
              <a:rPr sz="1050" b="1" i="0">
                <a:solidFill>
                  <a:srgbClr val="7A2632"/>
                </a:solidFill>
                <a:latin typeface="Aptos"/>
                <a:ea typeface="Aptos"/>
                <a:cs typeface="Aptos"/>
              </a:rPr>
              <a:t>THE FINAL SCENE</a:t>
            </a:r>
          </a:p>
        </p:txBody>
      </p:sp>
      <p:sp>
        <p:nvSpPr>
          <p:cNvPr id="6" name="">
            <a:extLst xmlns:a="http://schemas.openxmlformats.org/drawingml/2006/main">
              <a:ext uri="{FF2B5EF4-FFF2-40B4-BE49-F238E27FC236}">
                <a16:creationId xmlns:a16="http://schemas.microsoft.com/office/drawing/2014/main" id="{D78D3704-ED22-4C0E-9668-F0E676A04FDA}"/>
              </a:ext>
            </a:extLst>
          </p:cNvPr>
          <p:cNvSpPr>
            <a:spLocks xmlns:a="http://schemas.openxmlformats.org/drawingml/2006/main" noGrp="1"/>
          </p:cNvSpPr>
          <p:nvPr/>
        </p:nvSpPr>
        <p:spPr>
          <a:xfrm xmlns:a="http://schemas.openxmlformats.org/drawingml/2006/main">
            <a:off x="609600" y="1352550"/>
            <a:ext cx="4953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300" b="1" i="0">
                <a:solidFill>
                  <a:srgbClr val="F6F0E5"/>
                </a:solidFill>
                <a:latin typeface="Georgia"/>
                <a:ea typeface="Georgia"/>
                <a:cs typeface="Georgia"/>
              </a:defRPr>
            </a:pPr>
            <a:r>
              <a:rPr sz="3300" b="1" i="0">
                <a:solidFill>
                  <a:srgbClr val="F6F0E5"/>
                </a:solidFill>
                <a:latin typeface="Georgia"/>
                <a:ea typeface="Georgia"/>
                <a:cs typeface="Georgia"/>
              </a:rPr>
              <a:t>A funeral becomes</a:t>
            </a:r>
          </a:p>
          <a:p xmlns:a="http://schemas.openxmlformats.org/drawingml/2006/main">
            <a:pPr algn="l">
              <a:lnSpc>
                <a:spcPct val="94000"/>
              </a:lnSpc>
              <a:buNone/>
              <a:defRPr sz="3300" b="1" i="0">
                <a:solidFill>
                  <a:srgbClr val="F6F0E5"/>
                </a:solidFill>
                <a:latin typeface="Georgia"/>
                <a:ea typeface="Georgia"/>
                <a:cs typeface="Georgia"/>
              </a:defRPr>
            </a:pPr>
            <a:r>
              <a:rPr sz="3300" b="1" i="0">
                <a:solidFill>
                  <a:srgbClr val="F6F0E5"/>
                </a:solidFill>
                <a:latin typeface="Georgia"/>
                <a:ea typeface="Georgia"/>
                <a:cs typeface="Georgia"/>
              </a:rPr>
              <a:t>a promise to remember</a:t>
            </a:r>
          </a:p>
        </p:txBody>
      </p:sp>
      <p:sp>
        <p:nvSpPr>
          <p:cNvPr id="7" name="">
            <a:extLst xmlns:a="http://schemas.openxmlformats.org/drawingml/2006/main">
              <a:ext uri="{FF2B5EF4-FFF2-40B4-BE49-F238E27FC236}">
                <a16:creationId xmlns:a16="http://schemas.microsoft.com/office/drawing/2014/main" id="{230291DE-7621-4993-B2C9-9811047FE6F9}"/>
              </a:ext>
            </a:extLst>
          </p:cNvPr>
          <p:cNvSpPr>
            <a:spLocks xmlns:a="http://schemas.openxmlformats.org/drawingml/2006/main" noGrp="1"/>
          </p:cNvSpPr>
          <p:nvPr/>
        </p:nvSpPr>
        <p:spPr>
          <a:xfrm xmlns:a="http://schemas.openxmlformats.org/drawingml/2006/main">
            <a:off x="647700" y="3314700"/>
            <a:ext cx="476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725" b="0" i="0">
                <a:solidFill>
                  <a:srgbClr val="E8DDC8"/>
                </a:solidFill>
                <a:latin typeface="Aptos"/>
                <a:ea typeface="Aptos"/>
                <a:cs typeface="Aptos"/>
              </a:defRPr>
            </a:pPr>
            <a:r>
              <a:rPr sz="1725" b="0" i="0">
                <a:solidFill>
                  <a:srgbClr val="E8DDC8"/>
                </a:solidFill>
                <a:latin typeface="Aptos"/>
                <a:ea typeface="Aptos"/>
                <a:cs typeface="Aptos"/>
              </a:rPr>
              <a:t>Alyosha asks the boys to preserve one good memory and remain kind to one another.</a:t>
            </a:r>
          </a:p>
        </p:txBody>
      </p:sp>
      <p:sp>
        <p:nvSpPr>
          <p:cNvPr id="8" name="">
            <a:extLst xmlns:a="http://schemas.openxmlformats.org/drawingml/2006/main">
              <a:ext uri="{FF2B5EF4-FFF2-40B4-BE49-F238E27FC236}">
                <a16:creationId xmlns:a16="http://schemas.microsoft.com/office/drawing/2014/main" id="{01DF2C1B-E668-4F61-89B2-719B6C084F70}"/>
              </a:ext>
            </a:extLst>
          </p:cNvPr>
          <p:cNvSpPr>
            <a:spLocks xmlns:a="http://schemas.openxmlformats.org/drawingml/2006/main" noGrp="1"/>
          </p:cNvSpPr>
          <p:nvPr/>
        </p:nvSpPr>
        <p:spPr>
          <a:xfrm xmlns:a="http://schemas.openxmlformats.org/drawingml/2006/main">
            <a:off x="609600" y="6515100"/>
            <a:ext cx="3143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675" b="1" i="0">
                <a:solidFill>
                  <a:srgbClr val="707B87"/>
                </a:solidFill>
                <a:latin typeface="Aptos"/>
                <a:ea typeface="Aptos"/>
                <a:cs typeface="Aptos"/>
              </a:defRPr>
            </a:pPr>
            <a:r>
              <a:rPr sz="675" b="1" i="0">
                <a:solidFill>
                  <a:srgbClr val="707B87"/>
                </a:solidFill>
                <a:latin typeface="Aptos"/>
                <a:ea typeface="Aptos"/>
                <a:cs typeface="Aptos"/>
              </a:rPr>
              <a:t>THE BROTHERS KARAMAZOV</a:t>
            </a:r>
          </a:p>
        </p:txBody>
      </p:sp>
      <p:sp>
        <p:nvSpPr>
          <p:cNvPr id="9" name="">
            <a:extLst xmlns:a="http://schemas.openxmlformats.org/drawingml/2006/main">
              <a:ext uri="{FF2B5EF4-FFF2-40B4-BE49-F238E27FC236}">
                <a16:creationId xmlns:a16="http://schemas.microsoft.com/office/drawing/2014/main" id="{D4DD02E0-4D21-4348-85A8-78DFFE2D7DB9}"/>
              </a:ext>
            </a:extLst>
          </p:cNvPr>
          <p:cNvSpPr>
            <a:spLocks xmlns:a="http://schemas.openxmlformats.org/drawingml/2006/main" noGrp="1"/>
          </p:cNvSpPr>
          <p:nvPr/>
        </p:nvSpPr>
        <p:spPr>
          <a:xfrm xmlns:a="http://schemas.openxmlformats.org/drawingml/2006/main">
            <a:off x="11049000" y="6515100"/>
            <a:ext cx="533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675" b="1" i="0">
                <a:solidFill>
                  <a:srgbClr val="707B87"/>
                </a:solidFill>
                <a:latin typeface="Aptos"/>
                <a:ea typeface="Aptos"/>
                <a:cs typeface="Aptos"/>
              </a:defRPr>
            </a:pPr>
            <a:r>
              <a:rPr sz="675" b="1" i="0">
                <a:solidFill>
                  <a:srgbClr val="707B87"/>
                </a:solidFill>
                <a:latin typeface="Aptos"/>
                <a:ea typeface="Aptos"/>
                <a:cs typeface="Aptos"/>
              </a:rPr>
              <a:t>13</a:t>
            </a:r>
          </a:p>
        </p:txBody>
      </p:sp>
    </p:spTree>
    <p:extLst>
      <p:ext uri="{BB962C8B-B14F-4D97-AF65-F5344CB8AC3E}">
        <p14:creationId xmlns:p14="http://schemas.microsoft.com/office/powerpoint/2010/main" val="105025363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140273477ad462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FA797DE-DF46-44C1-B0F3-AA3A1171880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A0E">
              <a:alpha val="60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C048B4A-A4ED-41A3-8ACE-E001AF8A8FFF}"/>
              </a:ext>
            </a:extLst>
          </p:cNvPr>
          <p:cNvSpPr>
            <a:spLocks xmlns:a="http://schemas.openxmlformats.org/drawingml/2006/main" noGrp="1"/>
          </p:cNvSpPr>
          <p:nvPr/>
        </p:nvSpPr>
        <p:spPr>
          <a:xfrm xmlns:a="http://schemas.openxmlformats.org/drawingml/2006/main">
            <a:off x="609600" y="361950"/>
            <a:ext cx="1257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A990B9"/>
                </a:solidFill>
                <a:latin typeface="Aptos"/>
                <a:ea typeface="Aptos"/>
                <a:cs typeface="Aptos"/>
              </a:defRPr>
            </a:pPr>
            <a:r>
              <a:rPr sz="900" b="1" i="0">
                <a:solidFill>
                  <a:srgbClr val="A990B9"/>
                </a:solidFill>
                <a:latin typeface="Aptos"/>
                <a:ea typeface="Aptos"/>
                <a:cs typeface="Aptos"/>
              </a:rPr>
              <a:t>SPEAKER 5</a:t>
            </a:r>
          </a:p>
        </p:txBody>
      </p:sp>
      <p:sp>
        <p:nvSpPr>
          <p:cNvPr id="4" name="">
            <a:extLst xmlns:a="http://schemas.openxmlformats.org/drawingml/2006/main">
              <a:ext uri="{FF2B5EF4-FFF2-40B4-BE49-F238E27FC236}">
                <a16:creationId xmlns:a16="http://schemas.microsoft.com/office/drawing/2014/main" id="{A0248F56-6D26-40F8-8913-342B7966E17D}"/>
              </a:ext>
            </a:extLst>
          </p:cNvPr>
          <p:cNvSpPr>
            <a:spLocks xmlns:a="http://schemas.openxmlformats.org/drawingml/2006/main" noGrp="1"/>
          </p:cNvSpPr>
          <p:nvPr/>
        </p:nvSpPr>
        <p:spPr>
          <a:xfrm xmlns:a="http://schemas.openxmlformats.org/drawingml/2006/main">
            <a:off x="1924050" y="36195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AAA59D"/>
                </a:solidFill>
                <a:latin typeface="Aptos"/>
                <a:ea typeface="Aptos"/>
                <a:cs typeface="Aptos"/>
              </a:defRPr>
            </a:pPr>
            <a:r>
              <a:rPr sz="900" b="1" i="0">
                <a:solidFill>
                  <a:srgbClr val="AAA59D"/>
                </a:solidFill>
                <a:latin typeface="Aptos"/>
                <a:ea typeface="Aptos"/>
                <a:cs typeface="Aptos"/>
              </a:rPr>
              <a:t>PHILOSOPHY     1:00</a:t>
            </a:r>
          </a:p>
        </p:txBody>
      </p:sp>
      <p:sp>
        <p:nvSpPr>
          <p:cNvPr id="5" name="">
            <a:extLst xmlns:a="http://schemas.openxmlformats.org/drawingml/2006/main">
              <a:ext uri="{FF2B5EF4-FFF2-40B4-BE49-F238E27FC236}">
                <a16:creationId xmlns:a16="http://schemas.microsoft.com/office/drawing/2014/main" id="{13D7114E-229E-47A2-80B8-B1C9E9314392}"/>
              </a:ext>
            </a:extLst>
          </p:cNvPr>
          <p:cNvSpPr>
            <a:spLocks xmlns:a="http://schemas.openxmlformats.org/drawingml/2006/main" noGrp="1"/>
          </p:cNvSpPr>
          <p:nvPr/>
        </p:nvSpPr>
        <p:spPr>
          <a:xfrm xmlns:a="http://schemas.openxmlformats.org/drawingml/2006/main">
            <a:off x="609600" y="714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A990B9"/>
                </a:solidFill>
                <a:latin typeface="Aptos"/>
                <a:ea typeface="Aptos"/>
                <a:cs typeface="Aptos"/>
              </a:defRPr>
            </a:pPr>
            <a:r>
              <a:rPr sz="1050" b="1" i="0">
                <a:solidFill>
                  <a:srgbClr val="A990B9"/>
                </a:solidFill>
                <a:latin typeface="Aptos"/>
                <a:ea typeface="Aptos"/>
                <a:cs typeface="Aptos"/>
              </a:rPr>
              <a:t>FOUR QUESTIONS INSIDE THE STORY</a:t>
            </a:r>
          </a:p>
        </p:txBody>
      </p:sp>
      <p:sp>
        <p:nvSpPr>
          <p:cNvPr id="6" name="">
            <a:extLst xmlns:a="http://schemas.openxmlformats.org/drawingml/2006/main">
              <a:ext uri="{FF2B5EF4-FFF2-40B4-BE49-F238E27FC236}">
                <a16:creationId xmlns:a16="http://schemas.microsoft.com/office/drawing/2014/main" id="{879ACE15-4ADE-4D60-BBE4-AA54362FDB73}"/>
              </a:ext>
            </a:extLst>
          </p:cNvPr>
          <p:cNvSpPr>
            <a:spLocks xmlns:a="http://schemas.openxmlformats.org/drawingml/2006/main" noGrp="1"/>
          </p:cNvSpPr>
          <p:nvPr/>
        </p:nvSpPr>
        <p:spPr>
          <a:xfrm xmlns:a="http://schemas.openxmlformats.org/drawingml/2006/main">
            <a:off x="628650" y="152400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i="0">
                <a:solidFill>
                  <a:srgbClr val="B35A45"/>
                </a:solidFill>
                <a:latin typeface="Georgia"/>
                <a:ea typeface="Georgia"/>
                <a:cs typeface="Georgia"/>
              </a:defRPr>
            </a:pPr>
            <a:r>
              <a:rPr sz="2325" b="1" i="0">
                <a:solidFill>
                  <a:srgbClr val="B35A45"/>
                </a:solidFill>
                <a:latin typeface="Georgia"/>
                <a:ea typeface="Georgia"/>
                <a:cs typeface="Georgia"/>
              </a:rPr>
              <a:t>SUFFERING</a:t>
            </a:r>
          </a:p>
        </p:txBody>
      </p:sp>
      <p:sp>
        <p:nvSpPr>
          <p:cNvPr id="7" name="">
            <a:extLst xmlns:a="http://schemas.openxmlformats.org/drawingml/2006/main">
              <a:ext uri="{FF2B5EF4-FFF2-40B4-BE49-F238E27FC236}">
                <a16:creationId xmlns:a16="http://schemas.microsoft.com/office/drawing/2014/main" id="{1F056ACB-FAC3-41ED-9C19-44D7C43AC28A}"/>
              </a:ext>
            </a:extLst>
          </p:cNvPr>
          <p:cNvSpPr>
            <a:spLocks xmlns:a="http://schemas.openxmlformats.org/drawingml/2006/main" noGrp="1"/>
          </p:cNvSpPr>
          <p:nvPr/>
        </p:nvSpPr>
        <p:spPr>
          <a:xfrm xmlns:a="http://schemas.openxmlformats.org/drawingml/2006/main">
            <a:off x="628650" y="20383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i="0">
                <a:solidFill>
                  <a:srgbClr val="F6F0E5"/>
                </a:solidFill>
                <a:latin typeface="Aptos"/>
                <a:ea typeface="Aptos"/>
                <a:cs typeface="Aptos"/>
              </a:defRPr>
            </a:pPr>
            <a:r>
              <a:rPr sz="1425" b="0" i="0">
                <a:solidFill>
                  <a:srgbClr val="F6F0E5"/>
                </a:solidFill>
                <a:latin typeface="Aptos"/>
                <a:ea typeface="Aptos"/>
                <a:cs typeface="Aptos"/>
              </a:rPr>
              <a:t>Can any harmony justify innocent pain?</a:t>
            </a:r>
          </a:p>
        </p:txBody>
      </p:sp>
      <p:sp>
        <p:nvSpPr>
          <p:cNvPr id="8" name="">
            <a:extLst xmlns:a="http://schemas.openxmlformats.org/drawingml/2006/main">
              <a:ext uri="{FF2B5EF4-FFF2-40B4-BE49-F238E27FC236}">
                <a16:creationId xmlns:a16="http://schemas.microsoft.com/office/drawing/2014/main" id="{DA7EA8FD-CBAB-42F0-A5D4-CC259D9C73ED}"/>
              </a:ext>
            </a:extLst>
          </p:cNvPr>
          <p:cNvSpPr>
            <a:spLocks xmlns:a="http://schemas.openxmlformats.org/drawingml/2006/main" noGrp="1"/>
          </p:cNvSpPr>
          <p:nvPr/>
        </p:nvSpPr>
        <p:spPr>
          <a:xfrm xmlns:a="http://schemas.openxmlformats.org/drawingml/2006/main">
            <a:off x="628650" y="290512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i="0">
                <a:solidFill>
                  <a:srgbClr val="9FB7C8"/>
                </a:solidFill>
                <a:latin typeface="Georgia"/>
                <a:ea typeface="Georgia"/>
                <a:cs typeface="Georgia"/>
              </a:defRPr>
            </a:pPr>
            <a:r>
              <a:rPr sz="2325" b="1" i="0">
                <a:solidFill>
                  <a:srgbClr val="9FB7C8"/>
                </a:solidFill>
                <a:latin typeface="Georgia"/>
                <a:ea typeface="Georgia"/>
                <a:cs typeface="Georgia"/>
              </a:rPr>
              <a:t>FREEDOM</a:t>
            </a:r>
          </a:p>
        </p:txBody>
      </p:sp>
      <p:sp>
        <p:nvSpPr>
          <p:cNvPr id="9" name="">
            <a:extLst xmlns:a="http://schemas.openxmlformats.org/drawingml/2006/main">
              <a:ext uri="{FF2B5EF4-FFF2-40B4-BE49-F238E27FC236}">
                <a16:creationId xmlns:a16="http://schemas.microsoft.com/office/drawing/2014/main" id="{D2ADBEED-D2FA-44E2-850F-484462994D61}"/>
              </a:ext>
            </a:extLst>
          </p:cNvPr>
          <p:cNvSpPr>
            <a:spLocks xmlns:a="http://schemas.openxmlformats.org/drawingml/2006/main" noGrp="1"/>
          </p:cNvSpPr>
          <p:nvPr/>
        </p:nvSpPr>
        <p:spPr>
          <a:xfrm xmlns:a="http://schemas.openxmlformats.org/drawingml/2006/main">
            <a:off x="628650" y="3419475"/>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i="0">
                <a:solidFill>
                  <a:srgbClr val="F6F0E5"/>
                </a:solidFill>
                <a:latin typeface="Aptos"/>
                <a:ea typeface="Aptos"/>
                <a:cs typeface="Aptos"/>
              </a:defRPr>
            </a:pPr>
            <a:r>
              <a:rPr sz="1425" b="0" i="0">
                <a:solidFill>
                  <a:srgbClr val="F6F0E5"/>
                </a:solidFill>
                <a:latin typeface="Aptos"/>
                <a:ea typeface="Aptos"/>
                <a:cs typeface="Aptos"/>
              </a:rPr>
              <a:t>Do people want choice or security?</a:t>
            </a:r>
          </a:p>
        </p:txBody>
      </p:sp>
      <p:sp>
        <p:nvSpPr>
          <p:cNvPr id="10" name="">
            <a:extLst xmlns:a="http://schemas.openxmlformats.org/drawingml/2006/main">
              <a:ext uri="{FF2B5EF4-FFF2-40B4-BE49-F238E27FC236}">
                <a16:creationId xmlns:a16="http://schemas.microsoft.com/office/drawing/2014/main" id="{9BFFB15D-A4D4-47E7-AB39-E24B20C02D75}"/>
              </a:ext>
            </a:extLst>
          </p:cNvPr>
          <p:cNvSpPr>
            <a:spLocks xmlns:a="http://schemas.openxmlformats.org/drawingml/2006/main" noGrp="1"/>
          </p:cNvSpPr>
          <p:nvPr/>
        </p:nvSpPr>
        <p:spPr>
          <a:xfrm xmlns:a="http://schemas.openxmlformats.org/drawingml/2006/main">
            <a:off x="6667500" y="152400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i="0">
                <a:solidFill>
                  <a:srgbClr val="C69A58"/>
                </a:solidFill>
                <a:latin typeface="Georgia"/>
                <a:ea typeface="Georgia"/>
                <a:cs typeface="Georgia"/>
              </a:defRPr>
            </a:pPr>
            <a:r>
              <a:rPr sz="2325" b="1" i="0">
                <a:solidFill>
                  <a:srgbClr val="C69A58"/>
                </a:solidFill>
                <a:latin typeface="Georgia"/>
                <a:ea typeface="Georgia"/>
                <a:cs typeface="Georgia"/>
              </a:rPr>
              <a:t>RESPONSIBILITY</a:t>
            </a:r>
          </a:p>
        </p:txBody>
      </p:sp>
      <p:sp>
        <p:nvSpPr>
          <p:cNvPr id="11" name="">
            <a:extLst xmlns:a="http://schemas.openxmlformats.org/drawingml/2006/main">
              <a:ext uri="{FF2B5EF4-FFF2-40B4-BE49-F238E27FC236}">
                <a16:creationId xmlns:a16="http://schemas.microsoft.com/office/drawing/2014/main" id="{9C356A02-E51E-4C25-A3A5-FCCCC7E022F7}"/>
              </a:ext>
            </a:extLst>
          </p:cNvPr>
          <p:cNvSpPr>
            <a:spLocks xmlns:a="http://schemas.openxmlformats.org/drawingml/2006/main" noGrp="1"/>
          </p:cNvSpPr>
          <p:nvPr/>
        </p:nvSpPr>
        <p:spPr>
          <a:xfrm xmlns:a="http://schemas.openxmlformats.org/drawingml/2006/main">
            <a:off x="6667500" y="20383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i="0">
                <a:solidFill>
                  <a:srgbClr val="F6F0E5"/>
                </a:solidFill>
                <a:latin typeface="Aptos"/>
                <a:ea typeface="Aptos"/>
                <a:cs typeface="Aptos"/>
              </a:defRPr>
            </a:pPr>
            <a:r>
              <a:rPr sz="1425" b="0" i="0">
                <a:solidFill>
                  <a:srgbClr val="F6F0E5"/>
                </a:solidFill>
                <a:latin typeface="Aptos"/>
                <a:ea typeface="Aptos"/>
                <a:cs typeface="Aptos"/>
              </a:rPr>
              <a:t>Who shares guilt for one act?</a:t>
            </a:r>
          </a:p>
        </p:txBody>
      </p:sp>
      <p:sp>
        <p:nvSpPr>
          <p:cNvPr id="12" name="">
            <a:extLst xmlns:a="http://schemas.openxmlformats.org/drawingml/2006/main">
              <a:ext uri="{FF2B5EF4-FFF2-40B4-BE49-F238E27FC236}">
                <a16:creationId xmlns:a16="http://schemas.microsoft.com/office/drawing/2014/main" id="{6C9A75F7-42A3-455A-B8D1-D7A067BDCA90}"/>
              </a:ext>
            </a:extLst>
          </p:cNvPr>
          <p:cNvSpPr>
            <a:spLocks xmlns:a="http://schemas.openxmlformats.org/drawingml/2006/main" noGrp="1"/>
          </p:cNvSpPr>
          <p:nvPr/>
        </p:nvSpPr>
        <p:spPr>
          <a:xfrm xmlns:a="http://schemas.openxmlformats.org/drawingml/2006/main">
            <a:off x="6667500" y="290512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i="0">
                <a:solidFill>
                  <a:srgbClr val="E8DDC8"/>
                </a:solidFill>
                <a:latin typeface="Georgia"/>
                <a:ea typeface="Georgia"/>
                <a:cs typeface="Georgia"/>
              </a:defRPr>
            </a:pPr>
            <a:r>
              <a:rPr sz="2325" b="1" i="0">
                <a:solidFill>
                  <a:srgbClr val="E8DDC8"/>
                </a:solidFill>
                <a:latin typeface="Georgia"/>
                <a:ea typeface="Georgia"/>
                <a:cs typeface="Georgia"/>
              </a:rPr>
              <a:t>REDEMPTION</a:t>
            </a:r>
          </a:p>
        </p:txBody>
      </p:sp>
      <p:sp>
        <p:nvSpPr>
          <p:cNvPr id="13" name="">
            <a:extLst xmlns:a="http://schemas.openxmlformats.org/drawingml/2006/main">
              <a:ext uri="{FF2B5EF4-FFF2-40B4-BE49-F238E27FC236}">
                <a16:creationId xmlns:a16="http://schemas.microsoft.com/office/drawing/2014/main" id="{28591F35-239C-4863-81E7-D2101DE5A969}"/>
              </a:ext>
            </a:extLst>
          </p:cNvPr>
          <p:cNvSpPr>
            <a:spLocks xmlns:a="http://schemas.openxmlformats.org/drawingml/2006/main" noGrp="1"/>
          </p:cNvSpPr>
          <p:nvPr/>
        </p:nvSpPr>
        <p:spPr>
          <a:xfrm xmlns:a="http://schemas.openxmlformats.org/drawingml/2006/main">
            <a:off x="6667500" y="3419475"/>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i="0">
                <a:solidFill>
                  <a:srgbClr val="F6F0E5"/>
                </a:solidFill>
                <a:latin typeface="Aptos"/>
                <a:ea typeface="Aptos"/>
                <a:cs typeface="Aptos"/>
              </a:defRPr>
            </a:pPr>
            <a:r>
              <a:rPr sz="1425" b="0" i="0">
                <a:solidFill>
                  <a:srgbClr val="F6F0E5"/>
                </a:solidFill>
                <a:latin typeface="Aptos"/>
                <a:ea typeface="Aptos"/>
                <a:cs typeface="Aptos"/>
              </a:rPr>
              <a:t>Can active love repair damage?</a:t>
            </a:r>
          </a:p>
        </p:txBody>
      </p:sp>
      <p:sp>
        <p:nvSpPr>
          <p:cNvPr id="14" name="">
            <a:extLst xmlns:a="http://schemas.openxmlformats.org/drawingml/2006/main">
              <a:ext uri="{FF2B5EF4-FFF2-40B4-BE49-F238E27FC236}">
                <a16:creationId xmlns:a16="http://schemas.microsoft.com/office/drawing/2014/main" id="{A759372D-844C-4A41-826D-0FAFE6AEE8A6}"/>
              </a:ext>
            </a:extLst>
          </p:cNvPr>
          <p:cNvSpPr>
            <a:spLocks xmlns:a="http://schemas.openxmlformats.org/drawingml/2006/main" noGrp="1"/>
          </p:cNvSpPr>
          <p:nvPr/>
        </p:nvSpPr>
        <p:spPr>
          <a:xfrm xmlns:a="http://schemas.openxmlformats.org/drawingml/2006/main">
            <a:off x="1762125" y="5619750"/>
            <a:ext cx="866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175" b="0" i="1">
                <a:solidFill>
                  <a:srgbClr val="FFFFFF"/>
                </a:solidFill>
                <a:latin typeface="Georgia"/>
                <a:ea typeface="Georgia"/>
                <a:cs typeface="Georgia"/>
              </a:defRPr>
            </a:pPr>
            <a:r>
              <a:rPr sz="2175" b="0" i="1">
                <a:solidFill>
                  <a:srgbClr val="FFFFFF"/>
                </a:solidFill>
                <a:latin typeface="Georgia"/>
                <a:ea typeface="Georgia"/>
                <a:cs typeface="Georgia"/>
              </a:rPr>
              <a:t>The murder plot turns each question into a human consequence.</a:t>
            </a:r>
          </a:p>
        </p:txBody>
      </p:sp>
    </p:spTree>
    <p:extLst>
      <p:ext uri="{BB962C8B-B14F-4D97-AF65-F5344CB8AC3E}">
        <p14:creationId xmlns:p14="http://schemas.microsoft.com/office/powerpoint/2010/main" val="1485411014"/>
      </p:ext>
    </p:extLst>
  </p:cSld>
</p:sld>
</file>

<file path=ppt/slides/slide15.xml><?xml version="1.0" encoding="utf-8"?>
<p:sld xmlns:p="http://schemas.openxmlformats.org/presentationml/2006/main">
  <p:cSld>
    <p:bg>
      <p:bgPr>
        <a:solidFill xmlns:a="http://schemas.openxmlformats.org/drawingml/2006/main">
          <a:srgbClr val="0B0E13"/>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5D2B95A-EEC6-49A7-B0E4-360BC7A2BC73}"/>
              </a:ext>
            </a:extLst>
          </p:cNvPr>
          <p:cNvSpPr>
            <a:spLocks xmlns:a="http://schemas.openxmlformats.org/drawingml/2006/main" noGrp="1"/>
          </p:cNvSpPr>
          <p:nvPr/>
        </p:nvSpPr>
        <p:spPr>
          <a:xfrm xmlns:a="http://schemas.openxmlformats.org/drawingml/2006/main">
            <a:off x="609600" y="361950"/>
            <a:ext cx="1257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A990B9"/>
                </a:solidFill>
                <a:latin typeface="Aptos"/>
                <a:ea typeface="Aptos"/>
                <a:cs typeface="Aptos"/>
              </a:defRPr>
            </a:pPr>
            <a:r>
              <a:rPr sz="900" b="1" i="0">
                <a:solidFill>
                  <a:srgbClr val="A990B9"/>
                </a:solidFill>
                <a:latin typeface="Aptos"/>
                <a:ea typeface="Aptos"/>
                <a:cs typeface="Aptos"/>
              </a:rPr>
              <a:t>SPEAKER 5</a:t>
            </a:r>
          </a:p>
        </p:txBody>
      </p:sp>
      <p:sp>
        <p:nvSpPr>
          <p:cNvPr id="2" name="">
            <a:extLst xmlns:a="http://schemas.openxmlformats.org/drawingml/2006/main">
              <a:ext uri="{FF2B5EF4-FFF2-40B4-BE49-F238E27FC236}">
                <a16:creationId xmlns:a16="http://schemas.microsoft.com/office/drawing/2014/main" id="{83BA0427-810B-4BFB-83D7-30CCE39703F8}"/>
              </a:ext>
            </a:extLst>
          </p:cNvPr>
          <p:cNvSpPr>
            <a:spLocks xmlns:a="http://schemas.openxmlformats.org/drawingml/2006/main" noGrp="1"/>
          </p:cNvSpPr>
          <p:nvPr/>
        </p:nvSpPr>
        <p:spPr>
          <a:xfrm xmlns:a="http://schemas.openxmlformats.org/drawingml/2006/main">
            <a:off x="1924050" y="36195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AAA59D"/>
                </a:solidFill>
                <a:latin typeface="Aptos"/>
                <a:ea typeface="Aptos"/>
                <a:cs typeface="Aptos"/>
              </a:defRPr>
            </a:pPr>
            <a:r>
              <a:rPr sz="900" b="1" i="0">
                <a:solidFill>
                  <a:srgbClr val="AAA59D"/>
                </a:solidFill>
                <a:latin typeface="Aptos"/>
                <a:ea typeface="Aptos"/>
                <a:cs typeface="Aptos"/>
              </a:rPr>
              <a:t>PHILOSOPHY     1:35</a:t>
            </a:r>
          </a:p>
        </p:txBody>
      </p:sp>
      <p:sp>
        <p:nvSpPr>
          <p:cNvPr id="3" name="">
            <a:extLst xmlns:a="http://schemas.openxmlformats.org/drawingml/2006/main">
              <a:ext uri="{FF2B5EF4-FFF2-40B4-BE49-F238E27FC236}">
                <a16:creationId xmlns:a16="http://schemas.microsoft.com/office/drawing/2014/main" id="{88078F93-17F8-4C71-A25B-A178A03550F1}"/>
              </a:ext>
            </a:extLst>
          </p:cNvPr>
          <p:cNvSpPr>
            <a:spLocks xmlns:a="http://schemas.openxmlformats.org/drawingml/2006/main" noGrp="1"/>
          </p:cNvSpPr>
          <p:nvPr/>
        </p:nvSpPr>
        <p:spPr>
          <a:xfrm xmlns:a="http://schemas.openxmlformats.org/drawingml/2006/main">
            <a:off x="609600" y="72390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75" b="1" i="0">
                <a:solidFill>
                  <a:srgbClr val="F6F0E5"/>
                </a:solidFill>
                <a:latin typeface="Georgia"/>
                <a:ea typeface="Georgia"/>
                <a:cs typeface="Georgia"/>
              </a:defRPr>
            </a:pPr>
            <a:r>
              <a:rPr sz="2775" b="1" i="0">
                <a:solidFill>
                  <a:srgbClr val="F6F0E5"/>
                </a:solidFill>
                <a:latin typeface="Georgia"/>
                <a:ea typeface="Georgia"/>
                <a:cs typeface="Georgia"/>
              </a:rPr>
              <a:t>Ivan and Alyosha</a:t>
            </a:r>
          </a:p>
        </p:txBody>
      </p:sp>
      <p:sp>
        <p:nvSpPr>
          <p:cNvPr id="4" name="">
            <a:extLst xmlns:a="http://schemas.openxmlformats.org/drawingml/2006/main">
              <a:ext uri="{FF2B5EF4-FFF2-40B4-BE49-F238E27FC236}">
                <a16:creationId xmlns:a16="http://schemas.microsoft.com/office/drawing/2014/main" id="{AEE61C02-FF1C-4DF6-B1C4-66B568047DCD}"/>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35404D"/>
            </a:solidFill>
            <a:prstDash val="solid"/>
          </a:ln>
        </p:spPr>
      </p:sp>
      <p:sp>
        <p:nvSpPr>
          <p:cNvPr id="5" name="">
            <a:extLst xmlns:a="http://schemas.openxmlformats.org/drawingml/2006/main">
              <a:ext uri="{FF2B5EF4-FFF2-40B4-BE49-F238E27FC236}">
                <a16:creationId xmlns:a16="http://schemas.microsoft.com/office/drawing/2014/main" id="{CF2F7616-18F9-4832-92D6-6A2927FF5208}"/>
              </a:ext>
            </a:extLst>
          </p:cNvPr>
          <p:cNvSpPr>
            <a:spLocks xmlns:a="http://schemas.openxmlformats.org/drawingml/2006/main" noGrp="1"/>
          </p:cNvSpPr>
          <p:nvPr/>
        </p:nvSpPr>
        <p:spPr>
          <a:xfrm xmlns:a="http://schemas.openxmlformats.org/drawingml/2006/main">
            <a:off x="11049000" y="390525"/>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07B87"/>
                </a:solidFill>
                <a:latin typeface="Aptos"/>
                <a:ea typeface="Aptos"/>
                <a:cs typeface="Aptos"/>
              </a:defRPr>
            </a:pPr>
            <a:r>
              <a:rPr sz="750" b="1" i="0">
                <a:solidFill>
                  <a:srgbClr val="707B87"/>
                </a:solidFill>
                <a:latin typeface="Aptos"/>
                <a:ea typeface="Aptos"/>
                <a:cs typeface="Aptos"/>
              </a:rPr>
              <a:t>15</a:t>
            </a:r>
          </a:p>
        </p:txBody>
      </p:sp>
      <p:sp>
        <p:nvSpPr>
          <p:cNvPr id="6" name="">
            <a:extLst xmlns:a="http://schemas.openxmlformats.org/drawingml/2006/main">
              <a:ext uri="{FF2B5EF4-FFF2-40B4-BE49-F238E27FC236}">
                <a16:creationId xmlns:a16="http://schemas.microsoft.com/office/drawing/2014/main" id="{4C8CEE3C-4698-454E-9718-30B8D3A288D3}"/>
              </a:ext>
            </a:extLst>
          </p:cNvPr>
          <p:cNvSpPr>
            <a:spLocks xmlns:a="http://schemas.openxmlformats.org/drawingml/2006/main" noGrp="1"/>
          </p:cNvSpPr>
          <p:nvPr/>
        </p:nvSpPr>
        <p:spPr>
          <a:xfrm xmlns:a="http://schemas.openxmlformats.org/drawingml/2006/main">
            <a:off x="685800" y="1657350"/>
            <a:ext cx="457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9FB7C8"/>
                </a:solidFill>
                <a:latin typeface="Aptos"/>
                <a:ea typeface="Aptos"/>
                <a:cs typeface="Aptos"/>
              </a:defRPr>
            </a:pPr>
            <a:r>
              <a:rPr sz="1050" b="1" i="0">
                <a:solidFill>
                  <a:srgbClr val="9FB7C8"/>
                </a:solidFill>
                <a:latin typeface="Aptos"/>
                <a:ea typeface="Aptos"/>
                <a:cs typeface="Aptos"/>
              </a:rPr>
              <a:t>IVAN'S REBELLION</a:t>
            </a:r>
          </a:p>
        </p:txBody>
      </p:sp>
      <p:sp>
        <p:nvSpPr>
          <p:cNvPr id="7" name="">
            <a:extLst xmlns:a="http://schemas.openxmlformats.org/drawingml/2006/main">
              <a:ext uri="{FF2B5EF4-FFF2-40B4-BE49-F238E27FC236}">
                <a16:creationId xmlns:a16="http://schemas.microsoft.com/office/drawing/2014/main" id="{F4AD20D4-EDEF-4470-9DA0-BFD8D0FD1E92}"/>
              </a:ext>
            </a:extLst>
          </p:cNvPr>
          <p:cNvSpPr>
            <a:spLocks xmlns:a="http://schemas.openxmlformats.org/drawingml/2006/main" noGrp="1"/>
          </p:cNvSpPr>
          <p:nvPr/>
        </p:nvSpPr>
        <p:spPr>
          <a:xfrm xmlns:a="http://schemas.openxmlformats.org/drawingml/2006/main">
            <a:off x="685800" y="2143125"/>
            <a:ext cx="46672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475" b="1" i="0">
                <a:solidFill>
                  <a:srgbClr val="F6F0E5"/>
                </a:solidFill>
                <a:latin typeface="Georgia"/>
                <a:ea typeface="Georgia"/>
                <a:cs typeface="Georgia"/>
              </a:defRPr>
            </a:pPr>
            <a:r>
              <a:rPr sz="2475" b="1" i="0">
                <a:solidFill>
                  <a:srgbClr val="F6F0E5"/>
                </a:solidFill>
                <a:latin typeface="Georgia"/>
                <a:ea typeface="Georgia"/>
                <a:cs typeface="Georgia"/>
              </a:rPr>
              <a:t>No future harmony can repay the suffering of an innocent child.</a:t>
            </a:r>
          </a:p>
        </p:txBody>
      </p:sp>
      <p:sp>
        <p:nvSpPr>
          <p:cNvPr id="8" name="">
            <a:extLst xmlns:a="http://schemas.openxmlformats.org/drawingml/2006/main">
              <a:ext uri="{FF2B5EF4-FFF2-40B4-BE49-F238E27FC236}">
                <a16:creationId xmlns:a16="http://schemas.microsoft.com/office/drawing/2014/main" id="{2BA6FA76-8A10-452F-8883-6CCD3229DFF6}"/>
              </a:ext>
            </a:extLst>
          </p:cNvPr>
          <p:cNvSpPr>
            <a:spLocks xmlns:a="http://schemas.openxmlformats.org/drawingml/2006/main" noGrp="1"/>
          </p:cNvSpPr>
          <p:nvPr/>
        </p:nvSpPr>
        <p:spPr>
          <a:xfrm xmlns:a="http://schemas.openxmlformats.org/drawingml/2006/main">
            <a:off x="685800" y="3829050"/>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75" b="0" i="0">
                <a:solidFill>
                  <a:srgbClr val="AAA59D"/>
                </a:solidFill>
                <a:latin typeface="Aptos"/>
                <a:ea typeface="Aptos"/>
                <a:cs typeface="Aptos"/>
              </a:defRPr>
            </a:pPr>
            <a:r>
              <a:rPr sz="1575" b="0" i="0">
                <a:solidFill>
                  <a:srgbClr val="AAA59D"/>
                </a:solidFill>
                <a:latin typeface="Aptos"/>
                <a:ea typeface="Aptos"/>
                <a:cs typeface="Aptos"/>
              </a:rPr>
              <a:t>The Grand Inquisitor adds another fear: people may surrender freedom for comfort and authority.</a:t>
            </a:r>
          </a:p>
        </p:txBody>
      </p:sp>
      <p:sp>
        <p:nvSpPr>
          <p:cNvPr id="9" name="">
            <a:extLst xmlns:a="http://schemas.openxmlformats.org/drawingml/2006/main">
              <a:ext uri="{FF2B5EF4-FFF2-40B4-BE49-F238E27FC236}">
                <a16:creationId xmlns:a16="http://schemas.microsoft.com/office/drawing/2014/main" id="{32969C6A-9D52-4146-8CBF-EDB41F801000}"/>
              </a:ext>
            </a:extLst>
          </p:cNvPr>
          <p:cNvSpPr>
            <a:spLocks xmlns:a="http://schemas.openxmlformats.org/drawingml/2006/main" noGrp="1"/>
          </p:cNvSpPr>
          <p:nvPr/>
        </p:nvSpPr>
        <p:spPr>
          <a:xfrm xmlns:a="http://schemas.openxmlformats.org/drawingml/2006/main">
            <a:off x="6096000" y="1600200"/>
            <a:ext cx="0" cy="3543300"/>
          </a:xfrm>
          <a:prstGeom xmlns:a="http://schemas.openxmlformats.org/drawingml/2006/main" prst="line">
            <a:avLst/>
          </a:prstGeom>
          <a:noFill xmlns:a="http://schemas.openxmlformats.org/drawingml/2006/main"/>
          <a:ln xmlns:a="http://schemas.openxmlformats.org/drawingml/2006/main" w="19050">
            <a:solidFill>
              <a:srgbClr val="384350"/>
            </a:solidFill>
            <a:prstDash val="solid"/>
          </a:ln>
        </p:spPr>
      </p:sp>
      <p:sp>
        <p:nvSpPr>
          <p:cNvPr id="10" name="">
            <a:extLst xmlns:a="http://schemas.openxmlformats.org/drawingml/2006/main">
              <a:ext uri="{FF2B5EF4-FFF2-40B4-BE49-F238E27FC236}">
                <a16:creationId xmlns:a16="http://schemas.microsoft.com/office/drawing/2014/main" id="{F2373D34-6090-4668-A2F8-FB45192C0F09}"/>
              </a:ext>
            </a:extLst>
          </p:cNvPr>
          <p:cNvSpPr>
            <a:spLocks xmlns:a="http://schemas.openxmlformats.org/drawingml/2006/main" noGrp="1"/>
          </p:cNvSpPr>
          <p:nvPr/>
        </p:nvSpPr>
        <p:spPr>
          <a:xfrm xmlns:a="http://schemas.openxmlformats.org/drawingml/2006/main">
            <a:off x="6724650" y="1657350"/>
            <a:ext cx="457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C69A58"/>
                </a:solidFill>
                <a:latin typeface="Aptos"/>
                <a:ea typeface="Aptos"/>
                <a:cs typeface="Aptos"/>
              </a:defRPr>
            </a:pPr>
            <a:r>
              <a:rPr sz="1050" b="1" i="0">
                <a:solidFill>
                  <a:srgbClr val="C69A58"/>
                </a:solidFill>
                <a:latin typeface="Aptos"/>
                <a:ea typeface="Aptos"/>
                <a:cs typeface="Aptos"/>
              </a:rPr>
              <a:t>ALYOSHA'S RESPONSE</a:t>
            </a:r>
          </a:p>
        </p:txBody>
      </p:sp>
      <p:sp>
        <p:nvSpPr>
          <p:cNvPr id="11" name="">
            <a:extLst xmlns:a="http://schemas.openxmlformats.org/drawingml/2006/main">
              <a:ext uri="{FF2B5EF4-FFF2-40B4-BE49-F238E27FC236}">
                <a16:creationId xmlns:a16="http://schemas.microsoft.com/office/drawing/2014/main" id="{AACA3E20-221F-420A-AE41-618CAB3D611C}"/>
              </a:ext>
            </a:extLst>
          </p:cNvPr>
          <p:cNvSpPr>
            <a:spLocks xmlns:a="http://schemas.openxmlformats.org/drawingml/2006/main" noGrp="1"/>
          </p:cNvSpPr>
          <p:nvPr/>
        </p:nvSpPr>
        <p:spPr>
          <a:xfrm xmlns:a="http://schemas.openxmlformats.org/drawingml/2006/main">
            <a:off x="6724650" y="2143125"/>
            <a:ext cx="46672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475" b="1" i="0">
                <a:solidFill>
                  <a:srgbClr val="F6F0E5"/>
                </a:solidFill>
                <a:latin typeface="Georgia"/>
                <a:ea typeface="Georgia"/>
                <a:cs typeface="Georgia"/>
              </a:defRPr>
            </a:pPr>
            <a:r>
              <a:rPr sz="2475" b="1" i="0">
                <a:solidFill>
                  <a:srgbClr val="F6F0E5"/>
                </a:solidFill>
                <a:latin typeface="Georgia"/>
                <a:ea typeface="Georgia"/>
                <a:cs typeface="Georgia"/>
              </a:rPr>
              <a:t>Love must become an action before it becomes an explanation.</a:t>
            </a:r>
          </a:p>
        </p:txBody>
      </p:sp>
      <p:sp>
        <p:nvSpPr>
          <p:cNvPr id="12" name="">
            <a:extLst xmlns:a="http://schemas.openxmlformats.org/drawingml/2006/main">
              <a:ext uri="{FF2B5EF4-FFF2-40B4-BE49-F238E27FC236}">
                <a16:creationId xmlns:a16="http://schemas.microsoft.com/office/drawing/2014/main" id="{22732E92-FBC5-4E11-B76C-8B3510D60F56}"/>
              </a:ext>
            </a:extLst>
          </p:cNvPr>
          <p:cNvSpPr>
            <a:spLocks xmlns:a="http://schemas.openxmlformats.org/drawingml/2006/main" noGrp="1"/>
          </p:cNvSpPr>
          <p:nvPr/>
        </p:nvSpPr>
        <p:spPr>
          <a:xfrm xmlns:a="http://schemas.openxmlformats.org/drawingml/2006/main">
            <a:off x="6724650" y="3829050"/>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575" b="0" i="0">
                <a:solidFill>
                  <a:srgbClr val="AAA59D"/>
                </a:solidFill>
                <a:latin typeface="Aptos"/>
                <a:ea typeface="Aptos"/>
                <a:cs typeface="Aptos"/>
              </a:defRPr>
            </a:pPr>
            <a:r>
              <a:rPr sz="1575" b="0" i="0">
                <a:solidFill>
                  <a:srgbClr val="AAA59D"/>
                </a:solidFill>
                <a:latin typeface="Aptos"/>
                <a:ea typeface="Aptos"/>
                <a:cs typeface="Aptos"/>
              </a:rPr>
              <a:t>He listens, forgives, stays present, and builds community around grief.</a:t>
            </a:r>
          </a:p>
        </p:txBody>
      </p:sp>
      <p:sp>
        <p:nvSpPr>
          <p:cNvPr id="13" name="">
            <a:extLst xmlns:a="http://schemas.openxmlformats.org/drawingml/2006/main">
              <a:ext uri="{FF2B5EF4-FFF2-40B4-BE49-F238E27FC236}">
                <a16:creationId xmlns:a16="http://schemas.microsoft.com/office/drawing/2014/main" id="{B871645D-5D43-4DA1-802C-198E3AE8771C}"/>
              </a:ext>
            </a:extLst>
          </p:cNvPr>
          <p:cNvSpPr>
            <a:spLocks xmlns:a="http://schemas.openxmlformats.org/drawingml/2006/main" noGrp="1"/>
          </p:cNvSpPr>
          <p:nvPr/>
        </p:nvSpPr>
        <p:spPr>
          <a:xfrm xmlns:a="http://schemas.openxmlformats.org/drawingml/2006/main">
            <a:off x="609600" y="6515100"/>
            <a:ext cx="3143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675" b="1" i="0">
                <a:solidFill>
                  <a:srgbClr val="707B87"/>
                </a:solidFill>
                <a:latin typeface="Aptos"/>
                <a:ea typeface="Aptos"/>
                <a:cs typeface="Aptos"/>
              </a:defRPr>
            </a:pPr>
            <a:r>
              <a:rPr sz="675" b="1" i="0">
                <a:solidFill>
                  <a:srgbClr val="707B87"/>
                </a:solidFill>
                <a:latin typeface="Aptos"/>
                <a:ea typeface="Aptos"/>
                <a:cs typeface="Aptos"/>
              </a:rPr>
              <a:t>THE BROTHERS KARAMAZOV</a:t>
            </a:r>
          </a:p>
        </p:txBody>
      </p:sp>
      <p:sp>
        <p:nvSpPr>
          <p:cNvPr id="14" name="">
            <a:extLst xmlns:a="http://schemas.openxmlformats.org/drawingml/2006/main">
              <a:ext uri="{FF2B5EF4-FFF2-40B4-BE49-F238E27FC236}">
                <a16:creationId xmlns:a16="http://schemas.microsoft.com/office/drawing/2014/main" id="{A9AF804F-AC57-4366-BE15-8B6E903FD864}"/>
              </a:ext>
            </a:extLst>
          </p:cNvPr>
          <p:cNvSpPr>
            <a:spLocks xmlns:a="http://schemas.openxmlformats.org/drawingml/2006/main" noGrp="1"/>
          </p:cNvSpPr>
          <p:nvPr/>
        </p:nvSpPr>
        <p:spPr>
          <a:xfrm xmlns:a="http://schemas.openxmlformats.org/drawingml/2006/main">
            <a:off x="11049000" y="6515100"/>
            <a:ext cx="533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675" b="1" i="0">
                <a:solidFill>
                  <a:srgbClr val="707B87"/>
                </a:solidFill>
                <a:latin typeface="Aptos"/>
                <a:ea typeface="Aptos"/>
                <a:cs typeface="Aptos"/>
              </a:defRPr>
            </a:pPr>
            <a:r>
              <a:rPr sz="675" b="1" i="0">
                <a:solidFill>
                  <a:srgbClr val="707B87"/>
                </a:solidFill>
                <a:latin typeface="Aptos"/>
                <a:ea typeface="Aptos"/>
                <a:cs typeface="Aptos"/>
              </a:rPr>
              <a:t>15</a:t>
            </a:r>
          </a:p>
        </p:txBody>
      </p:sp>
    </p:spTree>
    <p:extLst>
      <p:ext uri="{BB962C8B-B14F-4D97-AF65-F5344CB8AC3E}">
        <p14:creationId xmlns:p14="http://schemas.microsoft.com/office/powerpoint/2010/main" val="207666796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0d9ea09681e406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4F26C20-1581-4D99-AF4B-38D181D73BC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A0F">
              <a:alpha val="75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5FF12BA-952D-4B85-85C7-3F5FAD1B635D}"/>
              </a:ext>
            </a:extLst>
          </p:cNvPr>
          <p:cNvSpPr>
            <a:spLocks xmlns:a="http://schemas.openxmlformats.org/drawingml/2006/main" noGrp="1"/>
          </p:cNvSpPr>
          <p:nvPr/>
        </p:nvSpPr>
        <p:spPr>
          <a:xfrm xmlns:a="http://schemas.openxmlformats.org/drawingml/2006/main">
            <a:off x="609600" y="361950"/>
            <a:ext cx="1257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A990B9"/>
                </a:solidFill>
                <a:latin typeface="Aptos"/>
                <a:ea typeface="Aptos"/>
                <a:cs typeface="Aptos"/>
              </a:defRPr>
            </a:pPr>
            <a:r>
              <a:rPr sz="900" b="1" i="0">
                <a:solidFill>
                  <a:srgbClr val="A990B9"/>
                </a:solidFill>
                <a:latin typeface="Aptos"/>
                <a:ea typeface="Aptos"/>
                <a:cs typeface="Aptos"/>
              </a:rPr>
              <a:t>SPEAKER 5</a:t>
            </a:r>
          </a:p>
        </p:txBody>
      </p:sp>
      <p:sp>
        <p:nvSpPr>
          <p:cNvPr id="4" name="">
            <a:extLst xmlns:a="http://schemas.openxmlformats.org/drawingml/2006/main">
              <a:ext uri="{FF2B5EF4-FFF2-40B4-BE49-F238E27FC236}">
                <a16:creationId xmlns:a16="http://schemas.microsoft.com/office/drawing/2014/main" id="{096FFD7A-52C2-47CF-A5C2-3AB78988104E}"/>
              </a:ext>
            </a:extLst>
          </p:cNvPr>
          <p:cNvSpPr>
            <a:spLocks xmlns:a="http://schemas.openxmlformats.org/drawingml/2006/main" noGrp="1"/>
          </p:cNvSpPr>
          <p:nvPr/>
        </p:nvSpPr>
        <p:spPr>
          <a:xfrm xmlns:a="http://schemas.openxmlformats.org/drawingml/2006/main">
            <a:off x="1924050" y="36195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AAA59D"/>
                </a:solidFill>
                <a:latin typeface="Aptos"/>
                <a:ea typeface="Aptos"/>
                <a:cs typeface="Aptos"/>
              </a:defRPr>
            </a:pPr>
            <a:r>
              <a:rPr sz="900" b="1" i="0">
                <a:solidFill>
                  <a:srgbClr val="AAA59D"/>
                </a:solidFill>
                <a:latin typeface="Aptos"/>
                <a:ea typeface="Aptos"/>
                <a:cs typeface="Aptos"/>
              </a:rPr>
              <a:t>CONCLUSION     1:20</a:t>
            </a:r>
          </a:p>
        </p:txBody>
      </p:sp>
      <p:sp>
        <p:nvSpPr>
          <p:cNvPr id="5" name="">
            <a:extLst xmlns:a="http://schemas.openxmlformats.org/drawingml/2006/main">
              <a:ext uri="{FF2B5EF4-FFF2-40B4-BE49-F238E27FC236}">
                <a16:creationId xmlns:a16="http://schemas.microsoft.com/office/drawing/2014/main" id="{00BE0656-7D1B-4986-B2C1-E894A76F83A9}"/>
              </a:ext>
            </a:extLst>
          </p:cNvPr>
          <p:cNvSpPr>
            <a:spLocks xmlns:a="http://schemas.openxmlformats.org/drawingml/2006/main" noGrp="1"/>
          </p:cNvSpPr>
          <p:nvPr/>
        </p:nvSpPr>
        <p:spPr>
          <a:xfrm xmlns:a="http://schemas.openxmlformats.org/drawingml/2006/main">
            <a:off x="1885950" y="1190625"/>
            <a:ext cx="8420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i="0">
                <a:solidFill>
                  <a:srgbClr val="A990B9"/>
                </a:solidFill>
                <a:latin typeface="Aptos"/>
                <a:ea typeface="Aptos"/>
                <a:cs typeface="Aptos"/>
              </a:defRPr>
            </a:pPr>
            <a:r>
              <a:rPr sz="1125" b="1" i="0">
                <a:solidFill>
                  <a:srgbClr val="A990B9"/>
                </a:solidFill>
                <a:latin typeface="Aptos"/>
                <a:ea typeface="Aptos"/>
                <a:cs typeface="Aptos"/>
              </a:rPr>
              <a:t>WHO KILLED FYODOR?</a:t>
            </a:r>
          </a:p>
        </p:txBody>
      </p:sp>
      <p:sp>
        <p:nvSpPr>
          <p:cNvPr id="6" name="">
            <a:extLst xmlns:a="http://schemas.openxmlformats.org/drawingml/2006/main">
              <a:ext uri="{FF2B5EF4-FFF2-40B4-BE49-F238E27FC236}">
                <a16:creationId xmlns:a16="http://schemas.microsoft.com/office/drawing/2014/main" id="{DE9909D9-D524-4A01-B248-B5A818CF83BB}"/>
              </a:ext>
            </a:extLst>
          </p:cNvPr>
          <p:cNvSpPr>
            <a:spLocks xmlns:a="http://schemas.openxmlformats.org/drawingml/2006/main" noGrp="1"/>
          </p:cNvSpPr>
          <p:nvPr/>
        </p:nvSpPr>
        <p:spPr>
          <a:xfrm xmlns:a="http://schemas.openxmlformats.org/drawingml/2006/main">
            <a:off x="1524000" y="1828800"/>
            <a:ext cx="9144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925" b="1" i="0">
                <a:solidFill>
                  <a:srgbClr val="F6F0E5"/>
                </a:solidFill>
                <a:latin typeface="Georgia"/>
                <a:ea typeface="Georgia"/>
                <a:cs typeface="Georgia"/>
              </a:defRPr>
            </a:pPr>
            <a:r>
              <a:rPr sz="2925" b="1" i="0">
                <a:solidFill>
                  <a:srgbClr val="F6F0E5"/>
                </a:solidFill>
                <a:latin typeface="Georgia"/>
                <a:ea typeface="Georgia"/>
                <a:cs typeface="Georgia"/>
              </a:rPr>
              <a:t>Smerdyakov acted</a:t>
            </a:r>
          </a:p>
        </p:txBody>
      </p:sp>
      <p:sp>
        <p:nvSpPr>
          <p:cNvPr id="7" name="">
            <a:extLst xmlns:a="http://schemas.openxmlformats.org/drawingml/2006/main">
              <a:ext uri="{FF2B5EF4-FFF2-40B4-BE49-F238E27FC236}">
                <a16:creationId xmlns:a16="http://schemas.microsoft.com/office/drawing/2014/main" id="{A2A1FFF1-A414-4080-92CB-C3AFC4C631D6}"/>
              </a:ext>
            </a:extLst>
          </p:cNvPr>
          <p:cNvSpPr>
            <a:spLocks xmlns:a="http://schemas.openxmlformats.org/drawingml/2006/main" noGrp="1"/>
          </p:cNvSpPr>
          <p:nvPr/>
        </p:nvSpPr>
        <p:spPr>
          <a:xfrm xmlns:a="http://schemas.openxmlformats.org/drawingml/2006/main">
            <a:off x="2000250" y="2619375"/>
            <a:ext cx="819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95000"/>
              </a:lnSpc>
              <a:buNone/>
              <a:defRPr sz="1800" b="0" i="0">
                <a:solidFill>
                  <a:srgbClr val="E8DDC8"/>
                </a:solidFill>
                <a:latin typeface="Georgia"/>
                <a:ea typeface="Georgia"/>
                <a:cs typeface="Georgia"/>
              </a:defRPr>
            </a:pPr>
            <a:r>
              <a:rPr sz="1800" b="0" i="0">
                <a:solidFill>
                  <a:srgbClr val="E8DDC8"/>
                </a:solidFill>
                <a:latin typeface="Georgia"/>
                <a:ea typeface="Georgia"/>
                <a:cs typeface="Georgia"/>
              </a:rPr>
              <a:t>Ivan influenced the killer</a:t>
            </a:r>
          </a:p>
          <a:p xmlns:a="http://schemas.openxmlformats.org/drawingml/2006/main">
            <a:pPr algn="ctr">
              <a:lnSpc>
                <a:spcPct val="95000"/>
              </a:lnSpc>
              <a:buNone/>
              <a:defRPr sz="1800" b="0" i="0">
                <a:solidFill>
                  <a:srgbClr val="E8DDC8"/>
                </a:solidFill>
                <a:latin typeface="Georgia"/>
                <a:ea typeface="Georgia"/>
                <a:cs typeface="Georgia"/>
              </a:defRPr>
            </a:pPr>
            <a:r>
              <a:rPr sz="1800" b="0" i="0">
                <a:solidFill>
                  <a:srgbClr val="E8DDC8"/>
                </a:solidFill>
                <a:latin typeface="Georgia"/>
                <a:ea typeface="Georgia"/>
                <a:cs typeface="Georgia"/>
              </a:rPr>
              <a:t>Dmitri desired the death</a:t>
            </a:r>
          </a:p>
          <a:p xmlns:a="http://schemas.openxmlformats.org/drawingml/2006/main">
            <a:pPr algn="ctr">
              <a:lnSpc>
                <a:spcPct val="95000"/>
              </a:lnSpc>
              <a:buNone/>
              <a:defRPr sz="1800" b="0" i="0">
                <a:solidFill>
                  <a:srgbClr val="E8DDC8"/>
                </a:solidFill>
                <a:latin typeface="Georgia"/>
                <a:ea typeface="Georgia"/>
                <a:cs typeface="Georgia"/>
              </a:defRPr>
            </a:pPr>
            <a:r>
              <a:rPr sz="1800" b="0" i="0">
                <a:solidFill>
                  <a:srgbClr val="E8DDC8"/>
                </a:solidFill>
                <a:latin typeface="Georgia"/>
                <a:ea typeface="Georgia"/>
                <a:cs typeface="Georgia"/>
              </a:rPr>
              <a:t>Fyodor created the damage</a:t>
            </a:r>
          </a:p>
        </p:txBody>
      </p:sp>
      <p:sp>
        <p:nvSpPr>
          <p:cNvPr id="8" name="">
            <a:extLst xmlns:a="http://schemas.openxmlformats.org/drawingml/2006/main">
              <a:ext uri="{FF2B5EF4-FFF2-40B4-BE49-F238E27FC236}">
                <a16:creationId xmlns:a16="http://schemas.microsoft.com/office/drawing/2014/main" id="{09700F65-C10F-4C3F-B0E4-D03BEBF217DD}"/>
              </a:ext>
            </a:extLst>
          </p:cNvPr>
          <p:cNvSpPr>
            <a:spLocks xmlns:a="http://schemas.openxmlformats.org/drawingml/2006/main" noGrp="1"/>
          </p:cNvSpPr>
          <p:nvPr/>
        </p:nvSpPr>
        <p:spPr>
          <a:xfrm xmlns:a="http://schemas.openxmlformats.org/drawingml/2006/main">
            <a:off x="3714750" y="3571875"/>
            <a:ext cx="4762500" cy="0"/>
          </a:xfrm>
          <a:prstGeom xmlns:a="http://schemas.openxmlformats.org/drawingml/2006/main" prst="line">
            <a:avLst/>
          </a:prstGeom>
          <a:noFill xmlns:a="http://schemas.openxmlformats.org/drawingml/2006/main"/>
          <a:ln xmlns:a="http://schemas.openxmlformats.org/drawingml/2006/main" w="38100">
            <a:solidFill>
              <a:srgbClr val="B35A45"/>
            </a:solidFill>
            <a:prstDash val="solid"/>
          </a:ln>
        </p:spPr>
      </p:sp>
      <p:sp>
        <p:nvSpPr>
          <p:cNvPr id="9" name="">
            <a:extLst xmlns:a="http://schemas.openxmlformats.org/drawingml/2006/main">
              <a:ext uri="{FF2B5EF4-FFF2-40B4-BE49-F238E27FC236}">
                <a16:creationId xmlns:a16="http://schemas.microsoft.com/office/drawing/2014/main" id="{172EBAAC-314B-4354-88F0-EBF114889E04}"/>
              </a:ext>
            </a:extLst>
          </p:cNvPr>
          <p:cNvSpPr>
            <a:spLocks xmlns:a="http://schemas.openxmlformats.org/drawingml/2006/main" noGrp="1"/>
          </p:cNvSpPr>
          <p:nvPr/>
        </p:nvSpPr>
        <p:spPr>
          <a:xfrm xmlns:a="http://schemas.openxmlformats.org/drawingml/2006/main">
            <a:off x="1809750" y="4038600"/>
            <a:ext cx="8572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656"/>
          </a:bodyPr>
          <a:lstStyle xmlns:a="http://schemas.openxmlformats.org/drawingml/2006/main"/>
          <a:p xmlns:a="http://schemas.openxmlformats.org/drawingml/2006/main">
            <a:pPr algn="ctr">
              <a:lnSpc>
                <a:spcPct val="100000"/>
              </a:lnSpc>
              <a:buNone/>
              <a:defRPr sz="2400" b="1" i="0">
                <a:solidFill>
                  <a:srgbClr val="FFFFFF"/>
                </a:solidFill>
                <a:latin typeface="Georgia"/>
                <a:ea typeface="Georgia"/>
                <a:cs typeface="Georgia"/>
              </a:defRPr>
            </a:pPr>
            <a:r>
              <a:rPr sz="2400" b="1" i="0">
                <a:solidFill>
                  <a:srgbClr val="FFFFFF"/>
                </a:solidFill>
                <a:latin typeface="Georgia"/>
                <a:ea typeface="Georgia"/>
                <a:cs typeface="Georgia"/>
              </a:rPr>
              <a:t>The novel separates criminal guilt from shared moral responsibility.</a:t>
            </a:r>
          </a:p>
        </p:txBody>
      </p:sp>
      <p:sp>
        <p:nvSpPr>
          <p:cNvPr id="10" name="">
            <a:extLst xmlns:a="http://schemas.openxmlformats.org/drawingml/2006/main">
              <a:ext uri="{FF2B5EF4-FFF2-40B4-BE49-F238E27FC236}">
                <a16:creationId xmlns:a16="http://schemas.microsoft.com/office/drawing/2014/main" id="{05A096E5-FEC5-442C-BA5B-5C53D86986A8}"/>
              </a:ext>
            </a:extLst>
          </p:cNvPr>
          <p:cNvSpPr>
            <a:spLocks xmlns:a="http://schemas.openxmlformats.org/drawingml/2006/main" noGrp="1"/>
          </p:cNvSpPr>
          <p:nvPr/>
        </p:nvSpPr>
        <p:spPr>
          <a:xfrm xmlns:a="http://schemas.openxmlformats.org/drawingml/2006/main">
            <a:off x="1952625" y="5305425"/>
            <a:ext cx="8286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75" b="0" i="1">
                <a:solidFill>
                  <a:srgbClr val="9FB7C8"/>
                </a:solidFill>
                <a:latin typeface="Georgia"/>
                <a:ea typeface="Georgia"/>
                <a:cs typeface="Georgia"/>
              </a:defRPr>
            </a:pPr>
            <a:r>
              <a:rPr sz="1875" b="0" i="1">
                <a:solidFill>
                  <a:srgbClr val="9FB7C8"/>
                </a:solidFill>
                <a:latin typeface="Georgia"/>
                <a:ea typeface="Georgia"/>
                <a:cs typeface="Georgia"/>
              </a:rPr>
              <a:t>Final question: does shared responsibility create compassion, or weaken justice?</a:t>
            </a:r>
          </a:p>
        </p:txBody>
      </p:sp>
      <p:sp>
        <p:nvSpPr>
          <p:cNvPr id="11" name="">
            <a:extLst xmlns:a="http://schemas.openxmlformats.org/drawingml/2006/main">
              <a:ext uri="{FF2B5EF4-FFF2-40B4-BE49-F238E27FC236}">
                <a16:creationId xmlns:a16="http://schemas.microsoft.com/office/drawing/2014/main" id="{E00D2F5A-A629-445A-84C1-CC6EFE0E849C}"/>
              </a:ext>
            </a:extLst>
          </p:cNvPr>
          <p:cNvSpPr>
            <a:spLocks xmlns:a="http://schemas.openxmlformats.org/drawingml/2006/main" noGrp="1"/>
          </p:cNvSpPr>
          <p:nvPr/>
        </p:nvSpPr>
        <p:spPr>
          <a:xfrm xmlns:a="http://schemas.openxmlformats.org/drawingml/2006/main">
            <a:off x="4905375" y="634365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25" b="1" i="0">
                <a:solidFill>
                  <a:srgbClr val="C69A58"/>
                </a:solidFill>
                <a:latin typeface="Aptos"/>
                <a:ea typeface="Aptos"/>
                <a:cs typeface="Aptos"/>
              </a:defRPr>
            </a:pPr>
            <a:r>
              <a:rPr sz="825" b="1" i="0">
                <a:solidFill>
                  <a:srgbClr val="C69A58"/>
                </a:solidFill>
                <a:latin typeface="Aptos"/>
                <a:ea typeface="Aptos"/>
                <a:cs typeface="Aptos"/>
              </a:rPr>
              <a:t>THANK YOU</a:t>
            </a:r>
          </a:p>
        </p:txBody>
      </p:sp>
    </p:spTree>
    <p:extLst>
      <p:ext uri="{BB962C8B-B14F-4D97-AF65-F5344CB8AC3E}">
        <p14:creationId xmlns:p14="http://schemas.microsoft.com/office/powerpoint/2010/main" val="13444420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2026-09-12T19:04:17.3090000Z</dcterms:created>
  <dcterms:modified xsi:type="dcterms:W3CDTF">2026-09-12T19:04:17.3090000Z</dcterms:modified>
</coreProperties>
</file>